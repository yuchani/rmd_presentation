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BALM:</a:t>
            </a:r>
            <a:r>
              <a:rPr/>
              <a:t> </a:t>
            </a:r>
            <a:r>
              <a:rPr/>
              <a:t>Bundle</a:t>
            </a:r>
            <a:r>
              <a:rPr/>
              <a:t> </a:t>
            </a:r>
            <a:r>
              <a:rPr/>
              <a:t>Adjustment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Lidar</a:t>
            </a:r>
            <a:r>
              <a:rPr/>
              <a:t> </a:t>
            </a:r>
            <a:r>
              <a:rPr/>
              <a:t>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RA-L,</a:t>
            </a:r>
            <a:r>
              <a:rPr/>
              <a:t> </a:t>
            </a:r>
            <a:r>
              <a:rPr/>
              <a:t>2021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2026.03.30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Index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/>
                  <a:t>Introduction</a:t>
                </a:r>
              </a:p>
              <a:p>
                <a:pPr lvl="1"/>
                <a:r>
                  <a:rPr/>
                  <a:t>BA Formulation</a:t>
                </a:r>
              </a:p>
              <a:p>
                <a:pPr lvl="1"/>
                <a:r>
                  <a:rPr/>
                  <a:t>Adaptive Voxelization</a:t>
                </a:r>
              </a:p>
              <a:p>
                <a:pPr lvl="1"/>
                <a:r>
                  <a:rPr/>
                  <a:t>LOAM with Local BA</a:t>
                </a:r>
              </a:p>
              <a:p>
                <a:pPr lvl="1"/>
                <a:r>
                  <a:rPr/>
                  <a:t>Experimental</a:t>
                </a:r>
              </a:p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Conclusion</a:t>
                </a:r>
              </a:p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Introduction</a:t>
                </a:r>
              </a:p>
              <a:p>
                <a:pPr lvl="1">
                  <a:buNone/>
                </a:pPr>
                <a:r>
                  <a:rPr/>
                  <a:t>.nt-02.pull-left[ :scale 100%] .nt-02.pull-right[ :scale 100%] .f-90[</a:t>
                </a:r>
              </a:p>
              <a:p>
                <a:pPr lvl="1"/>
                <a:r>
                  <a:rPr b="1"/>
                  <a:t>Visual BA</a:t>
                </a:r>
                <a:r>
                  <a:rPr/>
                  <a:t> : 동일한 feature point에 대한 다중 관측 제약</a:t>
                </a:r>
              </a:p>
              <a:p>
                <a:pPr lvl="1"/>
                <a:r>
                  <a:rPr b="1"/>
                  <a:t>Sparse LiDAR</a:t>
                </a:r>
                <a:r>
                  <a:rPr/>
                  <a:t>에선 point-to-point BA보다, point-to-plane/line BA</a:t>
                </a:r>
              </a:p>
              <a:p>
                <a:pPr lvl="1"/>
                <a:r>
                  <a:rPr b="1"/>
                  <a:t>LiDAR BA in BALM</a:t>
                </a:r>
                <a:r>
                  <a:rPr/>
                  <a:t> : faeture points가 동일한 planar/edge위 존재하도록 함` ] — ## BA Formulation .nt-02.center[ :scale 55%] .f-80[</a:t>
                </a:r>
              </a:p>
              <a:p>
                <a:pPr lvl="2"/>
                <a:r>
                  <a:rPr/>
                  <a:t>M개의 스캔으로부터 얻어졌지만 모두 같은 feature(planar/edge)에 해당되는 sparse feature points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f</m:t>
                        </m:r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그룹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T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=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R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t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)</m:t>
                    </m:r>
                    <m:r>
                      <m:t>∈</m:t>
                    </m:r>
                    <m:r>
                      <m:t>S</m:t>
                    </m:r>
                    <m:r>
                      <m:t>O</m:t>
                    </m:r>
                    <m:r>
                      <m:t>(</m:t>
                    </m:r>
                    <m:r>
                      <m:t>3</m:t>
                    </m:r>
                    <m:r>
                      <m:t>)</m:t>
                    </m:r>
                    <m:r>
                      <m:t>×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t>=</m:t>
                    </m:r>
                    <m:r>
                      <m:t>(</m:t>
                    </m:r>
                    <m:r>
                      <m:t>1</m:t>
                    </m:r>
                    <m:r>
                      <m:t>,</m:t>
                    </m:r>
                    <m:r>
                      <m:t>.</m:t>
                    </m:r>
                    <m:r>
                      <m:t>.</m:t>
                    </m:r>
                    <m:r>
                      <m:t>.</m:t>
                    </m:r>
                    <m:r>
                      <m:t>,</m:t>
                    </m:r>
                    <m:r>
                      <m:t>M</m:t>
                    </m:r>
                    <m:r>
                      <m:t>)</m:t>
                    </m:r>
                  </m:oMath>
                </a14:m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: global frame의 feature point ]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marL="0" indent="0"><a:buNone /></a:pPr><a14:m><m:oMathPara xmlns:m="http://schemas.openxmlformats.org/officeDocument/2006/math"><m:oMathParaPr><m:jc m:val="center" /></m:oMathParaPr><m:oMath><m:sSub><m:e><m:r><m:rPr><m:sty m:val="b" /></m:rPr><m:t>p</m:t></m:r></m:e><m:sub><m:r><m:t>i</m:t></m:r></m:sub></m:sSub><m:r><m:t>=</m:t></m:r><m:sSub><m:e><m:r><m:t>R</m:t></m:r></m:e><m:sub><m:sSub><m:e><m:r><m:t>s</m:t></m:r></m:e><m:sub><m:r><m:t>i</m:t></m:r></m:sub></m:sSub></m:sub></m:sSub><m:sSub><m:e><m:r><m:rPr><m:sty m:val="b" /></m:rPr><m:t>p</m:t></m:r></m:e><m:sub><m:sSub><m:e><m:r><m:t>f</m:t></m:r></m:e><m:sub><m:r><m:t>i</m:t></m:r></m:sub></m:sSub></m:sub></m:sSub><m:r><m:t>+</m:t></m:r><m:sSub><m:e><m:r><m:rPr><m:sty m:val="b" /></m:rPr><m:t>t</m:t></m:r></m:e><m:sub><m:sSub><m:e><m:r><m:t>s</m:t></m:r></m:e><m:sub><m:r><m:t>i</m:t></m:r></m:sub></m:sSub></m:sub></m:sSub><m:r><m:t>;</m:t></m:r><m:r><m:t>i</m:t></m:r><m:r><m:t>=</m:t></m:r><m:r><m:t>1</m:t></m:r><m:r><m:t>,</m:t></m:r><m:r><m:t>…</m:t></m:r><m:r><m:t>,</m:t></m:r><m:r><m:t>N</m:t></m:r><m:r><m:t>.</m:t></m:r></m:oMath></m:oMathPara></a14:m></a:p></p:txBody></p:sp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</a:t>
            </a:r>
            <a:r>
              <a:rPr/>
              <a:t> </a:t>
            </a:r>
            <a:r>
              <a:rPr/>
              <a:t>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.nt-02.f-90[ - mean, covariance 정의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;</m:t>
                      </m:r>
                      <m:r>
                        <m:t>A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(</m:t>
                          </m:r>
                        </m:e>
                      </m:nary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)</m:t>
                      </m:r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1"/>
                <a:r>
                  <a:rPr/>
                  <a:t>Local BA 문제 정의(Planar)] .f-95[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1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T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,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n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,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q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)</m:t>
                            </m:r>
                          </m:e>
                          <m:e>
                            <m: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min</m:t>
                                </m:r>
                              </m:e>
                              <m:lim>
                                <m:r>
                                  <m:t>T</m:t>
                                </m:r>
                                <m:r>
                                  <m:t>,</m:t>
                                </m:r>
                                <m:r>
                                  <m:t>n</m:t>
                                </m:r>
                                <m:r>
                                  <m:t>,</m:t>
                                </m:r>
                                <m:r>
                                  <m:t>q</m:t>
                                </m:r>
                              </m:lim>
                            </m:limLow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0"/>
                                <m:supHide m:val="0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r>
                                  <m:t>(</m:t>
                                </m:r>
                              </m:e>
                            </m:nary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n</m:t>
                                </m:r>
                              </m:e>
                              <m:sup>
                                <m:r>
                                  <m:t>T</m:t>
                                </m:r>
                              </m:sup>
                            </m:sSup>
                            <m:r>
                              <m:t>(</m:t>
                            </m:r>
                            <m:sSub>
                              <m:e>
                                <m:r>
                                  <m:rPr>
                                    <m:sty m:val="b"/>
                                  </m:rPr>
                                  <m:t>p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t>−</m:t>
                            </m:r>
                            <m:r>
                              <m:rPr>
                                <m:sty m:val="b"/>
                              </m:rPr>
                              <m:t>q</m:t>
                            </m:r>
                            <m:r>
                              <m:t>)</m:t>
                            </m:r>
                            <m:sSup>
                              <m:e>
                                <m:r>
                                  <m:t>)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min</m:t>
                                </m:r>
                              </m:e>
                              <m:lim>
                                <m:r>
                                  <m:t>T</m:t>
                                </m:r>
                              </m:lim>
                            </m:limLow>
                            <m:d>
                              <m:dPr>
                                <m:begChr m:val="("/>
                                <m:endChr m:val=")"/>
                                <m:grow/>
                              </m:dPr>
                              <m:e>
                                <m:limLow>
                                  <m:e>
                                    <m:limLow>
                                      <m:e>
                                        <m:limLow>
                                          <m:e>
                                            <m:r>
                                              <m:rPr>
                                                <m:nor/>
                                                <m:sty m:val="p"/>
                                              </m:rPr>
                                              <m:t>min</m:t>
                                            </m:r>
                                          </m:e>
                                          <m:lim>
                                            <m:r>
                                              <m:t>n</m:t>
                                            </m:r>
                                            <m:r>
                                              <m:t>,</m:t>
                                            </m:r>
                                            <m:r>
                                              <m:t>q</m:t>
                                            </m:r>
                                          </m:lim>
                                        </m:limLow>
                                        <m:f>
                                          <m:fPr>
                                            <m:type m:val="bar"/>
                                          </m:fPr>
                                          <m:num>
                                            <m: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m:t>N</m:t>
                                            </m:r>
                                          </m:den>
                                        </m:f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subHide m:val="0"/>
                                            <m:supHide m:val="0"/>
                                          </m:naryPr>
                                          <m:sub>
                                            <m:r>
                                              <m:t>i</m:t>
                                            </m:r>
                                            <m:r>
                                              <m:t>=</m:t>
                                            </m:r>
                                            <m: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t>N</m:t>
                                            </m:r>
                                          </m:sup>
                                          <m:e>
                                            <m:r>
                                              <m:t>(</m:t>
                                            </m:r>
                                          </m:e>
                                        </m:nary>
                                        <m:sSup>
                                          <m:e>
                                            <m:r>
                                              <m:rPr>
                                                <m:sty m:val="b"/>
                                              </m:rPr>
                                              <m:t>n</m:t>
                                            </m:r>
                                          </m:e>
                                          <m:sup>
                                            <m:r>
                                              <m:t>T</m:t>
                                            </m:r>
                                          </m:sup>
                                        </m:sSup>
                                        <m:r>
                                          <m:t>(</m:t>
                                        </m:r>
                                        <m:sSub>
                                          <m:e>
                                            <m:r>
                                              <m:rPr>
                                                <m:sty m:val="b"/>
                                              </m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t>−</m:t>
                                        </m:r>
                                        <m:r>
                                          <m:rPr>
                                            <m:sty m:val="b"/>
                                          </m:rPr>
                                          <m:t>q</m:t>
                                        </m:r>
                                        <m:r>
                                          <m:t>)</m:t>
                                        </m:r>
                                        <m:sSup>
                                          <m:e>
                                            <m: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lim>
                                        <m:r>
                                          <m:t>⏟</m:t>
                                        </m:r>
                                      </m:lim>
                                    </m:limLow>
                                  </m:e>
                                  <m:lim>
                                    <m:r>
                                      <m:t>=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t>(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m:t>A</m:t>
                                    </m:r>
                                    <m:r>
                                      <m:t>)</m:t>
                                    </m:r>
                                    <m:r>
                                      <m:t>;</m:t>
                                    </m:r>
                                    <m:r>
                                      <m:rPr>
                                        <m:nor/>
                                        <m:sty m:val="p"/>
                                      </m:rPr>
                                      <m:t> if 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n</m:t>
                                        </m:r>
                                      </m:e>
                                      <m:sup>
                                        <m:r>
                                          <m:t>*</m:t>
                                        </m:r>
                                      </m:sup>
                                    </m:sSup>
                                    <m:r>
                                      <m:t>=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t>,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q</m:t>
                                        </m:r>
                                      </m:e>
                                      <m:sup>
                                        <m:r>
                                          <m:t>*</m:t>
                                        </m:r>
                                      </m:sup>
                                    </m:sSup>
                                    <m:r>
                                      <m:t>=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</m:lim>
                                </m:limLow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1"/>
                <a:r>
                  <a:rPr/>
                  <a:t>] .f-90[</a:t>
                </a:r>
              </a:p>
              <a:p>
                <a:pPr lvl="1"/>
                <a:r>
                  <a:rPr/>
                  <a:t>planar feature의 </a:t>
                </a:r>
                <a:r>
                  <a:rPr b="1"/>
                  <a:t>최적 파라미터 (n,q)를 closed-form</a:t>
                </a:r>
                <a:r>
                  <a:rPr/>
                  <a:t>으로 구해 </a:t>
                </a:r>
                <a:r>
                  <a:rPr b="1"/>
                  <a:t>pose-only BA</a:t>
                </a:r>
                <a:r>
                  <a:rPr/>
                  <a:t> 문제로 변환 ] ??? u3는 covariance A의 세번째 eigenvector, 즉 가장 작은 eigenvalue에 대응하는 벡터 planar feature에서는 평면법선방향, 점들이 가장 덜 퍼지는 방향 밑에 if는 최소값을 달성하는 최적값이 저것들임! 이거 증명방법은 [pi-q = (pi-p바) + (p바-q)]로 대입해서 풀면 결국에는 n^TAn으로 나옴. planar에서 lamda3인 이유는 평면 법선 분산 방향이 가장 작아야 하기 때문임. 그래서 가장 작은 eigenvalue에 대응하는 eigenvector가 법선벡터가 되는 것임. 즉, 평면 안 두 방향의 분산은 커도됨. 근데 수직한 방향은 작아야함. </a:t>
                </a:r>
                <a:r>
                  <a:rPr b="1"/>
                  <a:t>plane은 2차원 구조이므로 한방향만 얇아야함. 그 얇은 방향이 법선방향이기 때문에 분산이 가장작은 고유값이어서 lamda3가 cost가 됨</a:t>
                </a:r>
                <a:r>
                  <a:rPr/>
                  <a:t> — ## BA Formulation .nt-02.f-90[</a:t>
                </a:r>
              </a:p>
              <a:p>
                <a:pPr lvl="1"/>
                <a:r>
                  <a:rPr/>
                  <a:t>Local BA 문제 정의(Edge) ] .f-95[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1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T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,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n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,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q</m:t>
                                </m:r>
                              </m:e>
                              <m:sup>
                                <m:r>
                                  <m:t>*</m:t>
                                </m:r>
                              </m:sup>
                            </m:sSup>
                            <m:r>
                              <m:t>)</m:t>
                            </m:r>
                          </m:e>
                          <m:e>
                            <m:r>
                              <m:t>=</m:t>
                            </m:r>
                            <m:limLow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arg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b"/>
                                  </m:rPr>
                                  <m:t>T</m:t>
                                </m:r>
                                <m:r>
                                  <m:t>,</m:t>
                                </m:r>
                                <m:r>
                                  <m:rPr>
                                    <m:sty m:val="b"/>
                                  </m:rPr>
                                  <m:t>n</m:t>
                                </m:r>
                                <m:r>
                                  <m:t>,</m:t>
                                </m:r>
                                <m:r>
                                  <m:rPr>
                                    <m:sty m:val="b"/>
                                  </m:rPr>
                                  <m:t>q</m:t>
                                </m:r>
                              </m:lim>
                            </m:limLow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subHide m:val="0"/>
                                <m:supHide m:val="0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d>
                                      <m:dPr>
                                        <m:begChr m:val="∥"/>
                                        <m:endChr m:val="∥"/>
                                        <m:grow/>
                                      </m:dPr>
                                      <m:e>
                                        <m:d>
                                          <m:dPr>
                                            <m:begChr m:val="("/>
                                            <m:endChr m:val=")"/>
                                            <m:grow/>
                                          </m:dPr>
                                          <m:e>
                                            <m:r>
                                              <m:rPr>
                                                <m:sty m:val="b"/>
                                              </m:rPr>
                                              <m:t>I</m:t>
                                            </m:r>
                                            <m:r>
                                              <m:t>−</m:t>
                                            </m:r>
                                            <m:sSup>
                                              <m:e>
                                                <m:r>
                                                  <m:rPr>
                                                    <m:sty m:val="b"/>
                                                  </m:rPr>
                                                  <m:t>n</m:t>
                                                </m:r>
                                                <m:r>
                                                  <m:rPr>
                                                    <m:sty m:val="b"/>
                                                  </m:rPr>
                                                  <m:t>n</m:t>
                                                </m:r>
                                              </m:e>
                                              <m:sup>
                                                <m:r>
                                                  <m:t>T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d>
                                          <m:dPr>
                                            <m:begChr m:val="("/>
                                            <m:endChr m:val=")"/>
                                            <m:grow/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b"/>
                                                  </m:rPr>
                                                  <m:t>p</m:t>
                                                </m:r>
                                              </m:e>
                                              <m:sub>
                                                <m: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b"/>
                                              </m:rPr>
                                              <m:t>q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  <m:mr>
                          <m:e/>
                          <m:e>
                            <m:r>
                              <m:t>=</m:t>
                            </m:r>
                            <m:limLow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arg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b"/>
                                  </m:rPr>
                                  <m:t>T</m:t>
                                </m:r>
                              </m:lim>
                            </m:limLow>
                            <m:limLow>
                              <m:e>
                                <m:limLow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grow/>
                                      </m:dPr>
                                      <m:e>
                                        <m:limLow>
                                          <m:e>
                                            <m:r>
                                              <m:rPr>
                                                <m:nor/>
                                                <m:sty m:val="p"/>
                                              </m:rPr>
                                              <m:t>min</m:t>
                                            </m:r>
                                          </m:e>
                                          <m:lim>
                                            <m:r>
                                              <m:rPr>
                                                <m:sty m:val="b"/>
                                              </m:rPr>
                                              <m:t>n</m:t>
                                            </m:r>
                                            <m:r>
                                              <m:t>,</m:t>
                                            </m:r>
                                            <m:r>
                                              <m:rPr>
                                                <m:sty m:val="b"/>
                                              </m:rPr>
                                              <m:t>q</m:t>
                                            </m:r>
                                          </m:lim>
                                        </m:limLow>
                                        <m:f>
                                          <m:fPr>
                                            <m:type m:val="bar"/>
                                          </m:fPr>
                                          <m:num>
                                            <m: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m:t>N</m:t>
                                            </m:r>
                                          </m:den>
                                        </m:f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subHide m:val="0"/>
                                            <m:supHide m:val="0"/>
                                          </m:naryPr>
                                          <m:sub>
                                            <m:r>
                                              <m:t>i</m:t>
                                            </m:r>
                                            <m:r>
                                              <m:t>=</m:t>
                                            </m:r>
                                            <m: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t>N</m:t>
                                            </m:r>
                                          </m:sup>
                                          <m:e>
                                            <m:sSubSup>
                                              <m:e>
                                                <m:d>
                                                  <m:dPr>
                                                    <m:begChr m:val="∥"/>
                                                    <m:endChr m:val="∥"/>
                                                    <m:grow/>
                                                  </m:dPr>
                                                  <m:e>
                                                    <m:d>
                                                      <m:dPr>
                                                        <m:begChr m:val="("/>
                                                        <m:endChr m:val=")"/>
                                                        <m:grow/>
                                                      </m:dPr>
                                                      <m:e>
                                                        <m:r>
                                                          <m:rPr>
                                                            <m:sty m:val="b"/>
                                                          </m:rPr>
                                                          <m:t>I</m:t>
                                                        </m:r>
                                                        <m:r>
                                                          <m:t>−</m:t>
                                                        </m:r>
                                                        <m:sSup>
                                                          <m:e>
                                                            <m:r>
                                                              <m:rPr>
                                                                <m:sty m:val="b"/>
                                                              </m:rPr>
                                                              <m:t>n</m:t>
                                                            </m:r>
                                                            <m:r>
                                                              <m:rPr>
                                                                <m:sty m:val="b"/>
                                                              </m:rPr>
                                                              <m:t>n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m:t>T</m:t>
                                                            </m:r>
                                                          </m:sup>
                                                        </m:sSup>
                                                      </m:e>
                                                    </m:d>
                                                    <m:d>
                                                      <m:dPr>
                                                        <m:begChr m:val="("/>
                                                        <m:endChr m:val=")"/>
                                                        <m:grow/>
                                                      </m:dPr>
                                                      <m:e>
                                                        <m:sSub>
                                                          <m:e>
                                                            <m:r>
                                                              <m:rPr>
                                                                <m:sty m:val="b"/>
                                                              </m:rPr>
                                                              <m:t>p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m:t>i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m:t>−</m:t>
                                                        </m:r>
                                                        <m:r>
                                                          <m:rPr>
                                                            <m:sty m:val="b"/>
                                                          </m:rPr>
                                                          <m:t>q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nary>
                                      </m:e>
                                    </m:d>
                                  </m:e>
                                  <m:lim>
                                    <m: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=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Tr</m:t>
                                </m:r>
                                <m:r>
                                  <m:t>(</m:t>
                                </m:r>
                                <m:r>
                                  <m:rPr>
                                    <m:sty m:val="b"/>
                                  </m:rPr>
                                  <m:t>A</m:t>
                                </m:r>
                                <m:r>
                                  <m:t>)</m:t>
                                </m:r>
                                <m:r>
                                  <m:t>−</m:t>
                                </m:r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t>(</m:t>
                                </m:r>
                                <m:r>
                                  <m:rPr>
                                    <m:sty m:val="b"/>
                                  </m:rPr>
                                  <m:t>A</m:t>
                                </m:r>
                                <m:r>
                                  <m:t>)</m:t>
                                </m:r>
                                <m:r>
                                  <m:t>=</m:t>
                                </m:r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t>(</m:t>
                                </m:r>
                                <m:r>
                                  <m:rPr>
                                    <m:sty m:val="b"/>
                                  </m:rPr>
                                  <m:t>A</m:t>
                                </m:r>
                                <m:r>
                                  <m:t>)</m:t>
                                </m:r>
                                <m:r>
                                  <m:t>+</m:t>
                                </m:r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  <m:r>
                                  <m:t>(</m:t>
                                </m:r>
                                <m:r>
                                  <m:rPr>
                                    <m:sty m:val="b"/>
                                  </m:rPr>
                                  <m:t>A</m:t>
                                </m:r>
                                <m:r>
                                  <m:t>)</m:t>
                                </m:r>
                                <m:r>
                                  <m:t>;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if 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n</m:t>
                                    </m:r>
                                  </m:e>
                                  <m:sup>
                                    <m:r>
                                      <m:t>*</m:t>
                                    </m:r>
                                  </m:sup>
                                </m:sSup>
                                <m:r>
                                  <m:t>=</m:t>
                                </m:r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t>,</m:t>
                                </m:r>
                                <m:s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q</m:t>
                                    </m:r>
                                  </m:e>
                                  <m:sup>
                                    <m:r>
                                      <m:t>*</m:t>
                                    </m:r>
                                  </m:sup>
                                </m:sSup>
                                <m:r>
                                  <m:t>=</m:t>
                                </m:r>
                                <m:bar>
                                  <m:barPr>
                                    <m:pos m:val="top"/>
                                  </m:barPr>
                                  <m:e>
                                    <m:r>
                                      <m:rPr>
                                        <m:sty m:val="b"/>
                                      </m:rPr>
                                      <m:t>p</m:t>
                                    </m:r>
                                  </m:e>
                                </m:bar>
                              </m:lim>
                            </m:limLow>
                          </m:e>
                        </m:mr>
                      </m:m>
                    </m:oMath>
                  </m:oMathPara>
                </a14:m>
              </a:p>
              <a:p>
                <a:pPr lvl="1"/>
                <a:r>
                  <a:rPr/>
                  <a:t>edge feature의 </a:t>
                </a:r>
                <a:r>
                  <a:rPr b="1"/>
                  <a:t>최적 파라미터 (n,q)를 closed-form</a:t>
                </a:r>
                <a:r>
                  <a:rPr/>
                  <a:t>으로 구해 </a:t>
                </a:r>
                <a:r>
                  <a:rPr b="1"/>
                  <a:t>pose-only BA</a:t>
                </a:r>
                <a:r>
                  <a:rPr/>
                  <a:t> 문제로 변환 ]</a:t>
                </a:r>
              </a:p>
              <a:p>
                <a:pPr lvl="0" marL="0" indent="0">
                  <a:buNone/>
                </a:pPr>
                <a:r>
                  <a:rPr/>
                  <a:t>.f-90[ - 최적화 대상은 voxel하나의 egienvalue cost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(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t>)</m:t>
                      </m:r>
                      <m:r>
                        <m:t>)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T</m:t>
                    </m:r>
                  </m:oMath>
                </a14:m>
                <a:r>
                  <a:rPr/>
                  <a:t>에 대해,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p</m:t>
                    </m:r>
                    <m:r>
                      <m:t>=</m:t>
                    </m:r>
                    <m:sSup>
                      <m:e>
                        <m:d>
                          <m:dPr>
                            <m:begChr m:val="["/>
                            <m:endChr m:val="]"/>
                            <m:grow/>
                          </m:dPr>
                          <m:e>
                            <m:sSubSup>
                              <m:e>
                                <m:r>
                                  <m:rPr>
                                    <m:sty m:val="b"/>
                                  </m:rPr>
                                  <m:t>p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</m:sSubSup>
                            <m:r>
                              <m:t> </m:t>
                            </m:r>
                            <m:r>
                              <m:t>⋯</m:t>
                            </m:r>
                            <m:r>
                              <m:t> </m:t>
                            </m:r>
                            <m:sSubSup>
                              <m:e>
                                <m:r>
                                  <m:rPr>
                                    <m:sty m:val="b"/>
                                  </m:rPr>
                                  <m:t>p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는 동일한 feautre point의 벡터] ??? 이거도 증명과정 planar랑 똑같이 [pi-q = (pi-p바) + (p바-q)]로 대입해서 풀면 결국에는 Tr(A) - lambda1이 나옴 (I-nn^T) : n에 수직한 평면의 projection (I-nn^T)(pi-q) : 점 pi가 pi-q 벡터에서 얼머나 옆으로 벗어났는가? norm제곱으로 점에서 직선까지의 제곱거리 =&gt; 점들이 어떤 한 edge line에 최대한 가깝에 하자! edge에서는 line방향 분산 lamda1는 커도됨. 근데 나머지 두 수직방향 2,3는 작아야함 그래서 Tr(A) - lambda1이 최소가 되는 지점이 최적점이 되는 것임. </a:t>
                </a:r>
                <a:r>
                  <a:rPr b="1"/>
                  <a:t>edge는 1차원 구조이므로 한방향만 길고, 나머지는 얆아야함 그래서 큰 방향 lamda1는 남기고 수직방향 lambda2+lambda3가 cost가 됨</a:t>
                </a:r>
                <a:r>
                  <a:rPr/>
                  <a:t> — ## BA Formulation .nt-02.f-90[ - 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에 대한 고유값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가 얼마나 변하는지, 1차미분 </a:t>
                </a:r>
                <a:r>
                  <a:rPr b="1"/>
                  <a:t>Gradient</a:t>
                </a:r>
                <a:r>
                  <a:rPr/>
                  <a:t> - planar voxel이면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, edge voxel이면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+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- 개별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에 대한 미분 공식]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.f-90[ - </a:t>
                </a:r>
                <a:r>
                  <a:rPr b="1"/>
                  <a:t>Gradient</a:t>
                </a:r>
                <a:r>
                  <a:rPr/>
                  <a:t>를 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에 대해 미분한, 2차미분 </a:t>
                </a:r>
                <a:r>
                  <a:rPr b="1"/>
                  <a:t>Hessian</a:t>
                </a:r>
                <a:r>
                  <a:rPr/>
                  <a:t> -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=</m:t>
                    </m:r>
                    <m:r>
                      <m:t>j</m:t>
                    </m:r>
                  </m:oMath>
                </a14:m>
                <a:r>
                  <a:rPr/>
                  <a:t>일경우 같은점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를 두번 미분. self-curvature -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≠</m:t>
                    </m:r>
                    <m:r>
                      <m:t>j</m:t>
                    </m:r>
                  </m:oMath>
                </a14:m>
                <a:r>
                  <a:rPr/>
                  <a:t>일경우 서로 다른점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사이의 교차 미분. cross-coupling]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∂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2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d>
                                  <m:dPr>
                                    <m:begChr m:val="("/>
                                    <m:endChr m:val=")"/>
                                    <m:grow/>
                                  </m:dPr>
                                  <m:e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N</m:t>
                                        </m:r>
                                        <m:r>
                                          <m:t>−</m:t>
                                        </m:r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t>N</m:t>
                                        </m:r>
                                      </m:den>
                                    </m:f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m:t>+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sSup>
                                      <m:e>
                                        <m: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p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  <m:r>
                                          <m:rPr>
                                            <m:sty m:val="b"/>
                                          </m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t>j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m:t>+</m:t>
                                    </m:r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  <m:r>
                                          <m:rPr>
                                            <m:sty m:val="b"/>
                                          </m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t>j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r>
                                      <m:t>)</m:t>
                                    </m:r>
                                  </m:e>
                                </m:d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=</m:t>
                                </m:r>
                                <m:r>
                                  <m:t>j</m:t>
                                </m:r>
                                <m:r>
                                  <m:t>,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2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d>
                                  <m:dPr>
                                    <m:begChr m:val="("/>
                                    <m:endChr m:val=")"/>
                                    <m:grow/>
                                  </m:dPr>
                                  <m:e>
                                    <m: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t>N</m:t>
                                        </m:r>
                                      </m:den>
                                    </m:f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m:t>+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</m:sSub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sSup>
                                      <m:e>
                                        <m: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p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  <m:r>
                                          <m:rPr>
                                            <m:sty m:val="b"/>
                                          </m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t>j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r>
                                      <m:t>+</m:t>
                                    </m:r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  <m:r>
                                          <m:rPr>
                                            <m:sty m:val="b"/>
                                          </m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sSub>
                                          <m:e>
                                            <m: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m:t>j</m:t>
                                            </m:r>
                                          </m:sub>
                                        </m:sSub>
                                      </m:sup>
                                    </m:sSubSup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r>
                                      <m:t>)</m:t>
                                    </m:r>
                                  </m:e>
                                </m:d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≠</m:t>
                                </m:r>
                                <m:r>
                                  <m:t>j</m:t>
                                </m:r>
                                <m: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??? Gradient수식은 점 pi가 uk방향으로 평균에서 벗어나 있을수록 그 점은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a</m:t>
                    </m:r>
                    <m:r>
                      <m:t>m</m:t>
                    </m:r>
                    <m:r>
                      <m:t>b</m:t>
                    </m:r>
                    <m:r>
                      <m:t>d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에 더 큰 영향을 미친다는 것을 보여줌 즉, voxel의 eigenvalue는 voxel내 점들의 uk방향으로의 퍼짐 정도에 민감하게 반응함</a:t>
                </a:r>
              </a:p>
              <a:p>
                <a:pPr lvl="0" marL="0" indent="0">
                  <a:buNone/>
                </a:pPr>
                <a:r>
                  <a:rPr/>
                  <a:t>Hessian에서 i=j인 경우 내 점을 움직이면 내점도 변하고 평균도 같이 변함 i=/j인 경우 다른점을 움직이면 내 점은 안변하고 평균만 변함 첫번째항은 점-평균구조에 생김. 같은점 미분시 자기자신 영향 큼 / 다른점 미분시 평균통해서간 간점영향 부호가 음수 두번째항은 고유벡터 uk가 바뀌는항. 세번째항은 고유벡터 변화항 1. 평균점의 직접변화 2. eigenvector 변화 / eigenvector 변화의 대칭짝 — ## BA Formulation .nt-02.f-90[ - 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를 움직였을때 고유벡터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의 변화 -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</m:oMath>
                </a14:m>
                <a:r>
                  <a:rPr/>
                  <a:t>는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에 대한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의 변화량을 나타내는 3x3 행렬. 즉 </a:t>
                </a:r>
                <a:r>
                  <a:rPr b="1"/>
                  <a:t>eignevector senstivity</a:t>
                </a:r>
                <a:r>
                  <a:rPr/>
                  <a:t>]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F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  <m:r>
                                      <m:t>,</m:t>
                                    </m:r>
                                    <m:r>
                                      <m:t>k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F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  <m:r>
                                      <m:t>,</m:t>
                                    </m:r>
                                    <m:r>
                                      <m:t>k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F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  <m:r>
                                      <m:t>,</m:t>
                                    </m:r>
                                    <m:r>
                                      <m:t>k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m:t>R</m:t>
                          </m:r>
                        </m:e>
                        <m:sup>
                          <m:r>
                            <m:t>3</m:t>
                          </m:r>
                          <m:r>
                            <m:t>×</m:t>
                          </m:r>
                          <m:r>
                            <m:t>3</m:t>
                          </m:r>
                        </m:sup>
                      </m:sSup>
                      <m:r>
                        <m:t>,</m:t>
                      </m:r>
                      <m:r>
                        <m:t> </m:t>
                      </m:r>
                      <m:r>
                        <m:rPr>
                          <m:sty m:val="b"/>
                        </m:rPr>
                        <m:t>U</m:t>
                      </m:r>
                      <m:r>
                        <m:t>=</m:t>
                      </m:r>
                      <m:r>
                        <m:t>[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 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 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t>]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.f-90[ -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</m:oMath>
                </a14:m>
                <a:r>
                  <a:rPr/>
                  <a:t>는 고유벡터들 사이의 coupling 합 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≠</m:t>
                    </m:r>
                    <m:r>
                      <m:t>n</m:t>
                    </m:r>
                  </m:oMath>
                </a14:m>
                <a:r>
                  <a:rPr/>
                  <a:t>인 경우, 서로 다른 eigendirection 사이의 coupling 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=</m:t>
                    </m:r>
                    <m:r>
                      <m:t>n</m:t>
                    </m:r>
                  </m:oMath>
                </a14:m>
                <a:r>
                  <a:rPr/>
                  <a:t>인 경우, 자기자신의 변화는 고유벡터 변화에 영향 없음]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sSup>
                                      <m:e>
                                        <m: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t>N</m:t>
                                    </m:r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m</m:t>
                                        </m:r>
                                      </m:sub>
                                    </m:sSub>
                                    <m:r>
                                      <m:t>)</m:t>
                                    </m:r>
                                  </m:den>
                                </m:f>
                                <m:r>
                                  <m:t>(</m:t>
                                </m:r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T</m:t>
                                    </m:r>
                                  </m:sup>
                                </m:sSubSup>
                                <m:r>
                                  <m:t>+</m:t>
                                </m:r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  <m:sup>
                                    <m:r>
                                      <m:t>T</m:t>
                                    </m:r>
                                  </m:sup>
                                </m:sSubSup>
                                <m:r>
                                  <m:t>)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≠</m:t>
                                </m:r>
                                <m:r>
                                  <m:t>n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0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  <m:r>
                                      <m:t>×</m:t>
                                    </m:r>
                                    <m:r>
                                      <m:t>3</m:t>
                                    </m:r>
                                  </m:sub>
                                </m:sSub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=</m:t>
                                </m:r>
                                <m:r>
                                  <m:t>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??? -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</m:oMath>
                </a14:m>
                <a:r>
                  <a:rPr/>
                  <a:t> (pj-pbar)는 pj가 평균에서 얼마나 떨어졌는지 (um um^T + un um^T)는 고유벡터 변화가 다른 고유벡터 방향으로 섞이는 회전 N(lambda_n - lambda_m)는 고유값 차이로, 차이작 작으면 민감하게 / 차이가 크면 안정적 — ## BA Formulation .nt-02.f-75[ - voxel 하나의 egienvalue cost에 대한 2차식 근사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+</m:t>
                      </m:r>
                      <m:r>
                        <m:rPr>
                          <m:sty m:val="b"/>
                        </m:rPr>
                        <m:t>δ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)</m:t>
                      </m:r>
                      <m:r>
                        <m:t>≈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)</m:t>
                      </m:r>
                      <m:r>
                        <m:t>+</m:t>
                      </m:r>
                      <m:r>
                        <m:rPr>
                          <m:sty m:val="b"/>
                        </m:rPr>
                        <m:t>J</m:t>
                      </m:r>
                      <m:r>
                        <m:t>(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)</m:t>
                      </m:r>
                      <m:r>
                        <m:rPr>
                          <m:sty m:val="b"/>
                        </m:rPr>
                        <m:t>δ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sSup>
                        <m:e>
                          <m:r>
                            <m:rPr>
                              <m:sty m:val="b"/>
                            </m:rPr>
                            <m:t>δ</m:t>
                          </m:r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rPr>
                          <m:sty m:val="b"/>
                        </m:rPr>
                        <m:t>H</m:t>
                      </m:r>
                      <m:r>
                        <m:t>(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t>)</m:t>
                      </m:r>
                      <m:r>
                        <m:rPr>
                          <m:sty m:val="b"/>
                        </m:rPr>
                        <m:t>δ</m:t>
                      </m:r>
                      <m:r>
                        <m:rPr>
                          <m:sty m:val="b"/>
                        </m:rPr>
                        <m:t>p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scan에서 feature point가 global frame에서의 움직임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=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  <m:sty m:val="p"/>
                        </m:rPr>
                        <m:t>exp</m:t>
                      </m:r>
                      <m:r>
                        <m:t>(</m:t>
                      </m:r>
                      <m:sSubSup>
                        <m:e>
                          <m:r>
                            <m:t>ϕ</m:t>
                          </m:r>
                        </m:e>
                        <m: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  <m:sup>
                          <m:r>
                            <m:t>∧</m:t>
                          </m:r>
                        </m:sup>
                      </m:sSubSup>
                      <m:r>
                        <m:t>)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t</m:t>
                          </m:r>
                        </m:e>
                        <m: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t>;</m:t>
                      </m:r>
                      <m:f>
                        <m:fPr>
                          <m:type m:val="bar"/>
                        </m:fPr>
                        <m:num>
                          <m:r>
                            <m:t>δ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t>δ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T</m:t>
                              </m:r>
                            </m:e>
                            <m:sub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m:t>=</m:t>
                      </m:r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r>
                            <m:t>−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R</m:t>
                              </m:r>
                            </m:e>
                            <m:sub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sSub>
                                <m:e>
                                  <m:r>
                                    <m:t>f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sub>
                          </m:sSub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∧</m:t>
                              </m:r>
                            </m:sup>
                          </m:sSup>
                          <m:r>
                            <m:t> </m:t>
                          </m:r>
                          <m:r>
                            <m:rPr>
                              <m:sty m:val="b"/>
                            </m:rPr>
                            <m:t>I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voxel 하나의 egienvalue cost를 pose incremenst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b"/>
                      </m:rPr>
                      <m:t>T</m:t>
                    </m:r>
                  </m:oMath>
                </a14:m>
                <a:r>
                  <a:rPr/>
                  <a:t>에 대한 2차식으로 근사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t>⊞</m:t>
                      </m:r>
                      <m:r>
                        <m:t>δ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t>)</m:t>
                      </m:r>
                      <m:r>
                        <m:t>≈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t>)</m:t>
                      </m:r>
                      <m:r>
                        <m:t>+</m:t>
                      </m:r>
                      <m:limLow>
                        <m:e>
                          <m:limLow>
                            <m:e>
                              <m:r>
                                <m:rPr>
                                  <m:sty m:val="b"/>
                                </m:rPr>
                                <m:t>J</m:t>
                              </m:r>
                              <m:r>
                                <m:rPr>
                                  <m:sty m:val="b"/>
                                </m:rPr>
                                <m:t>D</m:t>
                              </m:r>
                            </m:e>
                            <m:lim>
                              <m:r>
                                <m:t>⏟</m:t>
                              </m:r>
                            </m:lim>
                          </m:limLow>
                        </m:e>
                        <m:lim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J</m:t>
                              </m:r>
                            </m:e>
                          </m:acc>
                        </m:lim>
                      </m:limLow>
                      <m:r>
                        <m:t>δ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δ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T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limLow>
                        <m:e>
                          <m:limLow>
                            <m:e>
                              <m:sSup>
                                <m:e>
                                  <m:r>
                                    <m:rPr>
                                      <m:sty m:val="b"/>
                                    </m:rPr>
                                    <m:t>D</m:t>
                                  </m:r>
                                </m:e>
                                <m:sup>
                                  <m: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b"/>
                                </m:rPr>
                                <m:t>H</m:t>
                              </m:r>
                              <m:r>
                                <m:rPr>
                                  <m:sty m:val="b"/>
                                </m:rPr>
                                <m:t>D</m:t>
                              </m:r>
                            </m:e>
                            <m:lim>
                              <m:r>
                                <m:t>⏟</m:t>
                              </m:r>
                            </m:lim>
                          </m:limLow>
                        </m:e>
                        <m:lim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H</m:t>
                              </m:r>
                            </m:e>
                          </m:acc>
                        </m:lim>
                      </m:limLow>
                      <m:r>
                        <m:t>δ</m:t>
                      </m:r>
                      <m:r>
                        <m:rPr>
                          <m:sty m:val="b"/>
                        </m:rPr>
                        <m:t>T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Levenberg-Marquardt 업데이트 공식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(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H</m:t>
                          </m:r>
                        </m:e>
                      </m:acc>
                      <m:r>
                        <m:t>(</m:t>
                      </m:r>
                      <m:r>
                        <m:t>T</m:t>
                      </m:r>
                      <m:r>
                        <m:t>)</m:t>
                      </m:r>
                      <m:r>
                        <m:t>+</m:t>
                      </m:r>
                      <m:r>
                        <m:t>μ</m:t>
                      </m:r>
                      <m:r>
                        <m:rPr>
                          <m:sty m:val="b"/>
                        </m:rPr>
                        <m:t>I</m:t>
                      </m:r>
                      <m:r>
                        <m:t>)</m:t>
                      </m:r>
                      <m:r>
                        <m:t>δ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T</m:t>
                          </m:r>
                        </m:e>
                        <m:sup>
                          <m:r>
                            <m:t>*</m:t>
                          </m:r>
                        </m:sup>
                      </m:sSup>
                      <m:r>
                        <m:t>=</m:t>
                      </m:r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J</m:t>
                          </m:r>
                        </m:e>
                      </m:acc>
                      <m:r>
                        <m:t>(</m:t>
                      </m:r>
                      <m:r>
                        <m:t>T</m:t>
                      </m:r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??? 첫번째식 : point 기준 2차 근사. voxel cost 람다를 point-space에서2차 근사 두번째식 : point와 pose의 관계식. pose perturbation이 point를 어떻게 움직이는지 세번째식 : 핵심. 실제 최적화 변수인 pose로 바꾼 결과.즉 pose기준 2차 근사. point-space quadratic을 pose-space quadratic으로 변경 네번째식 : Levenberg-Marquardt 업데이트 공식 — ## Adaptive Voxelization .nt-02.pull-left[ :scale 100%]</a:t>
                </a:r>
              </a:p>
              <a:p>
                <a:pPr lvl="0" marL="0" indent="0">
                  <a:buNone/>
                </a:pPr>
                <a:r>
                  <a:rPr/>
                  <a:t>.pull-right-53.f-80[ - Rough pose를 이용해 multi-scan fature points를 정렬 - 3D 공간을 voxel 단위로 분할</a:t>
                </a:r>
              </a:p>
              <a:p>
                <a:pPr lvl="1"/>
                <a:r>
                  <a:rPr/>
                  <a:t>각 voxel 내부 점군의 covariance eigenvaluse로 planar/edge 구조 판별</a:t>
                </a:r>
              </a:p>
              <a:p>
                <a:pPr lvl="1"/>
                <a:r>
                  <a:rPr/>
                  <a:t>하나의 feature로 보기 어려운 voxel은 세분화</a:t>
                </a:r>
              </a:p>
              <a:p>
                <a:pPr lvl="1"/>
                <a:r>
                  <a:rPr/>
                  <a:t>각 voxel을 하나의 geometirc feature 및 cost item으로 활용</a:t>
                </a:r>
                <a:br/>
                <a:r>
                  <a:rPr/>
                  <a:t>] ??? (a),(b)는 실제실험사진 — ## Adative Voxelization .nt-02.f-90[</a:t>
                </a:r>
              </a:p>
              <a:p>
                <a:pPr lvl="1"/>
                <a:r>
                  <a:rPr b="1"/>
                  <a:t>Remak1</a:t>
                </a:r>
              </a:p>
              <a:p>
                <a:pPr lvl="2"/>
                <a:r>
                  <a:rPr/>
                  <a:t>voxel안 점이 너무 많으면 Hessian 차원이 커지므로, </a:t>
                </a:r>
                <a:r>
                  <a:rPr b="1"/>
                  <a:t>같은 scan에서 온 점들을 평균화해도 된다</a:t>
                </a:r>
              </a:p>
              <a:p>
                <a:pPr lvl="2"/>
                <a:r>
                  <a:rPr/>
                  <a:t>raw feature point가 정의한 same plane위에 있으면, 계산을 줄이면서 consistency는 유지함</a:t>
                </a:r>
              </a:p>
              <a:p>
                <a:pPr lvl="1"/>
                <a:r>
                  <a:rPr b="1"/>
                  <a:t>Remark2</a:t>
                </a:r>
              </a:p>
              <a:p>
                <a:pPr lvl="2"/>
                <a:r>
                  <a:rPr/>
                  <a:t>Hessian은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≠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를 필요하므로 수치적으로 불안정한 voxel은 BA에서 제외</a:t>
                </a:r>
              </a:p>
              <a:p>
                <a:pPr lvl="1"/>
                <a:r>
                  <a:rPr b="1"/>
                  <a:t>Remak3</a:t>
                </a:r>
              </a:p>
              <a:p>
                <a:pPr lvl="2"/>
                <a:r>
                  <a:rPr/>
                  <a:t>voxel을 세밀하게 만들고 </a:t>
                </a:r>
                <a:r>
                  <a:rPr b="1"/>
                  <a:t>same plane</a:t>
                </a:r>
                <a:r>
                  <a:rPr/>
                  <a:t> 검사 허용 오차를 기우면 curved surface같은 것도 대응 가능</a:t>
                </a:r>
              </a:p>
              <a:p>
                <a:pPr lvl="1"/>
                <a:r>
                  <a:rPr b="1"/>
                  <a:t>Remark4</a:t>
                </a:r>
              </a:p>
              <a:p>
                <a:pPr lvl="2"/>
                <a:r>
                  <a:rPr/>
                  <a:t>recursive subdivision은 </a:t>
                </a:r>
                <a:r>
                  <a:rPr b="1"/>
                  <a:t>max depth</a:t>
                </a:r>
                <a:r>
                  <a:rPr/>
                  <a:t>와 </a:t>
                </a:r>
                <a:r>
                  <a:rPr b="1"/>
                  <a:t>minimum number of points</a:t>
                </a:r>
                <a:r>
                  <a:rPr/>
                  <a:t> 조건으로 멈춤 ] — ## LOAM with Local BA .nt-02.pull-left-50[ :scale 100%] .nt-07.pull-right-50.f-80[</a:t>
                </a:r>
              </a:p>
              <a:p>
                <a:pPr lvl="1"/>
                <a:r>
                  <a:rPr b="1"/>
                  <a:t>Feature Extratcion</a:t>
                </a:r>
              </a:p>
              <a:p>
                <a:pPr lvl="2"/>
                <a:r>
                  <a:rPr/>
                  <a:t>Raw point에서 edge/planar feature point 추출</a:t>
                </a:r>
              </a:p>
              <a:p>
                <a:pPr lvl="1"/>
                <a:r>
                  <a:rPr b="1"/>
                  <a:t>Odometry (Rough Pose Estimation)</a:t>
                </a:r>
              </a:p>
              <a:p>
                <a:pPr lvl="2"/>
                <a:r>
                  <a:rPr/>
                  <a:t>새 scan을 기존 map 정합하여 rough pose 추정</a:t>
                </a:r>
              </a:p>
              <a:p>
                <a:pPr lvl="1"/>
                <a:r>
                  <a:rPr b="1"/>
                  <a:t>Adaptive Voxelization/Voxel Map Update</a:t>
                </a:r>
              </a:p>
              <a:p>
                <a:pPr lvl="2"/>
                <a:r>
                  <a:rPr/>
                  <a:t>정렬된 faeture point를 </a:t>
                </a:r>
                <a:r>
                  <a:rPr b="1"/>
                  <a:t>edge/planar voxel map</a:t>
                </a:r>
                <a:r>
                  <a:rPr/>
                  <a:t> 생성</a:t>
                </a:r>
              </a:p>
              <a:p>
                <a:pPr lvl="2"/>
                <a:r>
                  <a:rPr/>
                  <a:t>eigenvalue 기반 검사과 8-octant를 이용해 feature corresopondence 생성</a:t>
                </a:r>
              </a:p>
              <a:p>
                <a:pPr lvl="1"/>
                <a:r>
                  <a:rPr b="1"/>
                  <a:t>Map Refinement (Local BA)</a:t>
                </a:r>
              </a:p>
              <a:p>
                <a:pPr lvl="2"/>
                <a:r>
                  <a:rPr/>
                  <a:t>sliding window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s</m:t>
                        </m:r>
                        <m:r>
                          <m:t>w</m:t>
                        </m:r>
                      </m:sub>
                    </m:sSub>
                  </m:oMath>
                </a14:m>
                <a:r>
                  <a:rPr/>
                  <a:t>안의 voxel들을 통해 eigenvalue기반 cost 생성</a:t>
                </a:r>
              </a:p>
              <a:p>
                <a:pPr lvl="2"/>
                <a:r>
                  <a:rPr/>
                  <a:t>pose-only BA로 pose 업데이트</a:t>
                </a:r>
              </a:p>
              <a:p>
                <a:pPr lvl="1"/>
                <a:r>
                  <a:rPr b="1"/>
                  <a:t>Marginalization</a:t>
                </a:r>
              </a:p>
              <a:p>
                <a:pPr lvl="2"/>
                <a:r>
                  <a:rPr/>
                  <a:t>오래된 정보는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f</m:t>
                        </m:r>
                        <m:r>
                          <m:t>i</m:t>
                        </m:r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로 요약된 형태로 보존</a:t>
                </a:r>
                <a:br/>
                <a:r>
                  <a:rPr/>
                  <a:t>] ??? feature extraction으로 sparse feature를 만들고 → odometry가 rough pose를 구해 새 scan을 voxel map에 넣고 → adaptive voxelization이 correspondence를 만들고 → map-refinement가 sliding window local BA로 pose를 다시 고치고 → 오래된 정보는 Pfix로 요약 보존하는 구조 — ## LOAM with Local BA .nt-02.f-90[</a:t>
                </a:r>
              </a:p>
              <a:p>
                <a:pPr lvl="1"/>
                <a:r>
                  <a:rPr b="1"/>
                  <a:t>Feature extraction</a:t>
                </a:r>
                <a:r>
                  <a:rPr/>
                  <a:t> : raw point에서 edge/planar feature point 추출</a:t>
                </a:r>
              </a:p>
              <a:p>
                <a:pPr lvl="1"/>
                <a:r>
                  <a:rPr b="1"/>
                  <a:t>Odometry</a:t>
                </a:r>
                <a:r>
                  <a:rPr/>
                  <a:t> : 새로운 scan의 initail pose estimation</a:t>
                </a:r>
              </a:p>
              <a:p>
                <a:pPr lvl="1"/>
                <a:r>
                  <a:rPr b="1"/>
                  <a:t>Global alignment</a:t>
                </a:r>
                <a:r>
                  <a:rPr/>
                  <a:t> : odometry pose를 통해서 feature point을 global map frame으로 정렬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=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t</m:t>
                          </m:r>
                        </m:e>
                        <m:sub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b>
                      </m:sSub>
                      <m:r>
                        <m:t>;</m:t>
                      </m:r>
                      <m:r>
                        <m:t>i</m:t>
                      </m:r>
                      <m:r>
                        <m:t>=</m:t>
                      </m:r>
                      <m:r>
                        <m:t>1</m:t>
                      </m:r>
                      <m:r>
                        <m:t>,</m:t>
                      </m:r>
                      <m:r>
                        <m:t>…</m:t>
                      </m:r>
                      <m:r>
                        <m:t>,</m:t>
                      </m:r>
                      <m:r>
                        <m:t>N</m:t>
                      </m:r>
                      <m:r>
                        <m:t>.</m:t>
                      </m:r>
                    </m:oMath>
                  </m:oMathPara>
                </a14:m>
              </a:p>
              <a:p>
                <a:pPr lvl="1"/>
                <a:r>
                  <a:rPr b="1"/>
                  <a:t>Adaptive Voxelization</a:t>
                </a:r>
                <a:r>
                  <a:rPr/>
                  <a:t> : edge/planar Voxel map에 feature point를 삽입하고 Adative subdivision 수행</a:t>
                </a:r>
              </a:p>
              <a:p>
                <a:pPr lvl="1"/>
                <a:r>
                  <a:rPr b="1"/>
                  <a:t>Local BA</a:t>
                </a:r>
                <a:r>
                  <a:rPr/>
                  <a:t> : voxel의 mean/covariance를 통해 eigenvalue 기반 cost로 local BA 수행</a:t>
                </a:r>
              </a:p>
              <a:p>
                <a:pPr lvl="1"/>
                <a:r>
                  <a:rPr b="1"/>
                  <a:t>Update</a:t>
                </a:r>
                <a:r>
                  <a:rPr/>
                  <a:t> : pose와 Voxel 업데이트, 오래된 점은 marginalize ] — ## Experimental .nt-02.f-90[</a:t>
                </a:r>
              </a:p>
              <a:p>
                <a:pPr lvl="1"/>
                <a:r>
                  <a:rPr b="1"/>
                  <a:t>Use LiDAR Livox Horizon</a:t>
                </a:r>
                <a:r>
                  <a:rPr/>
                  <a:t>] .nt-02.pull-left-50[ :scale 85%] .nt-02.pull-right-50[ :scale 85%] — ## Experimental .nt-02.f-90[</a:t>
                </a:r>
              </a:p>
              <a:p>
                <a:pPr lvl="2"/>
                <a:r>
                  <a:rPr b="1"/>
                  <a:t>Use LiDAR Livox Mid40</a:t>
                </a:r>
                <a:r>
                  <a:rPr/>
                  <a:t>] .center[ :scale 45%] — ## Experimental .nt-02.f-90[</a:t>
                </a:r>
              </a:p>
              <a:p>
                <a:pPr lvl="2"/>
                <a:r>
                  <a:rPr b="1"/>
                  <a:t>Use LiDAR Velodyne VLP-16</a:t>
                </a:r>
                <a:r>
                  <a:rPr/>
                  <a:t>] .nt-02.pull-left-50[ :scale 85%] .nt-02.pull-right-50[ :scale 100%] — ## Experimental .center[ :scale 70%]</a:t>
                </a:r>
              </a:p>
              <a:p>
                <a:pPr lvl="1"/>
                <a:r>
                  <a:rPr/>
                  <a:t>BALM은 drift를 줄이고, 실행시간도 실용적임을 보여줌</a:t>
                </a:r>
              </a:p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local BA와 voxel update를 적용한 BALM이 대부분 빠르게 완료됨</a:t>
                </a:r>
              </a:p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Conclusion</a:t>
                </a:r>
              </a:p>
              <a:p>
                <a:pPr lvl="1">
                  <a:buNone/>
                </a:pPr>
                <a:r>
                  <a:rPr/>
                  <a:t>.nt-02.f-90[</a:t>
                </a:r>
              </a:p>
              <a:p>
                <a:pPr lvl="1"/>
                <a:r>
                  <a:rPr b="1"/>
                  <a:t>Closed form feature elimination기반 LiDAR BA Formulation</a:t>
                </a:r>
              </a:p>
              <a:p>
                <a:pPr lvl="2"/>
                <a:r>
                  <a:rPr/>
                  <a:t>planar/edge feature의 최적 파라미터를 closed-form으로 구해서 pose-only BA 문제로 변환</a:t>
                </a:r>
              </a:p>
              <a:p>
                <a:pPr lvl="1"/>
                <a:r>
                  <a:rPr b="1"/>
                  <a:t>Gradient/Hessian 기반 second-order optimization</a:t>
                </a:r>
              </a:p>
              <a:p>
                <a:pPr lvl="2"/>
                <a:r>
                  <a:rPr/>
                  <a:t>eigenvalue cost에 대한 gradient/hessian을 closed-form으로 유도</a:t>
                </a:r>
              </a:p>
              <a:p>
                <a:pPr lvl="1"/>
                <a:r>
                  <a:rPr b="1"/>
                  <a:t>Adaptive Voxelization기반 효율적인 edge/planar correspondence</a:t>
                </a:r>
              </a:p>
              <a:p>
                <a:pPr lvl="2"/>
                <a:r>
                  <a:rPr/>
                  <a:t>같은 edge/planar에 속하는 feature points를 하나의 voxel로 묶어서 local BA에 활용 ] — ## Appendix .nt-02.pull-left-45[ :scale 70%] .nt-02.f-90[</a:t>
                </a:r>
              </a:p>
              <a:p>
                <a:pPr lvl="2"/>
                <a:r>
                  <a:rPr/>
                  <a:t>Projection ] .nt-02.pull-right-55.f-90[</a:t>
                </a:r>
              </a:p>
              <a:p>
                <a:pPr lvl="2"/>
                <a:r>
                  <a:rPr/>
                  <a:t>Projection Vector</a:t>
                </a:r>
              </a:p>
              <a:p>
                <a:pPr lvl="2"/>
                <a:r>
                  <a:rPr/>
                  <a:t>크기 :</a:t>
                </a:r>
                <a:br/>
              </a:p>
              <a:p>
                <a:pPr lvl="2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a</m:t>
                      </m:r>
                      <m:r>
                        <m:t>⋅</m:t>
                      </m:r>
                      <m:r>
                        <m:rPr>
                          <m:sty m:val="b"/>
                        </m:rPr>
                        <m:t>b</m:t>
                      </m:r>
                      <m:r>
                        <m:t>=</m:t>
                      </m:r>
                      <m:r>
                        <m:t>∥</m:t>
                      </m:r>
                      <m:r>
                        <m:rPr>
                          <m:sty m:val="b"/>
                        </m:rPr>
                        <m:t>a</m:t>
                      </m:r>
                      <m:r>
                        <m:t>∥</m:t>
                      </m:r>
                      <m:r>
                        <m:t>∥</m:t>
                      </m:r>
                      <m:r>
                        <m:rPr>
                          <m:sty m:val="b"/>
                        </m:rPr>
                        <m:t>b</m:t>
                      </m:r>
                      <m:r>
                        <m:t>∥</m:t>
                      </m:r>
                      <m:r>
                        <m:rPr>
                          <m:nor/>
                          <m:sty m:val="p"/>
                        </m:rPr>
                        <m:t>cos</m:t>
                      </m:r>
                      <m:r>
                        <m:t>θ</m:t>
                      </m:r>
                      <m:r>
                        <m:t>=</m:t>
                      </m:r>
                      <m:r>
                        <m:t>(</m:t>
                      </m:r>
                      <m:r>
                        <m:t>∥</m:t>
                      </m:r>
                      <m:r>
                        <m:rPr>
                          <m:sty m:val="b"/>
                        </m:rPr>
                        <m:t>a</m:t>
                      </m:r>
                      <m:r>
                        <m:t>∥</m:t>
                      </m:r>
                      <m:r>
                        <m:rPr>
                          <m:nor/>
                          <m:sty m:val="p"/>
                        </m:rPr>
                        <m:t>cos</m:t>
                      </m:r>
                      <m:r>
                        <m:t>θ</m:t>
                      </m:r>
                      <m:r>
                        <m:t>)</m:t>
                      </m:r>
                      <m:r>
                        <m:t>∥</m:t>
                      </m:r>
                      <m:r>
                        <m:rPr>
                          <m:sty m:val="b"/>
                        </m:rPr>
                        <m:t>b</m:t>
                      </m:r>
                      <m:r>
                        <m:t>∥</m:t>
                      </m:r>
                    </m:oMath>
                  </m:oMathPara>
                </a14:m>
              </a:p>
              <a:p>
                <a:pPr lvl="2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b"/>
                            </m:rPr>
                            <m:t>a</m:t>
                          </m:r>
                          <m:r>
                            <m:t>⋅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</m:num>
                        <m:den>
                          <m:r>
                            <m:t>∥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  <m:r>
                            <m:t>∥</m:t>
                          </m:r>
                        </m:den>
                      </m:f>
                      <m:r>
                        <m:t>=</m:t>
                      </m:r>
                      <m:r>
                        <m:t>∥</m:t>
                      </m:r>
                      <m:r>
                        <m:rPr>
                          <m:sty m:val="b"/>
                        </m:rPr>
                        <m:t>a</m:t>
                      </m:r>
                      <m:r>
                        <m:t>∥</m:t>
                      </m:r>
                      <m:r>
                        <m:rPr>
                          <m:nor/>
                          <m:sty m:val="p"/>
                        </m:rPr>
                        <m:t>cos</m:t>
                      </m:r>
                      <m:r>
                        <m:t>θ</m:t>
                      </m:r>
                      <m:r>
                        <m:t>=</m:t>
                      </m:r>
                      <m:r>
                        <m:t>∥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a</m:t>
                          </m:r>
                        </m:e>
                        <m:sub>
                          <m:r>
                            <m:t>∥</m:t>
                          </m:r>
                        </m:sub>
                      </m:sSub>
                      <m:r>
                        <m:t>∥</m:t>
                      </m:r>
                    </m:oMath>
                  </m:oMathPara>
                </a14:m>
              </a:p>
              <a:p>
                <a:pPr lvl="2"/>
                <a:r>
                  <a:rPr/>
                  <a:t>방향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rPr>
                            <m:sty m:val="b"/>
                          </m:rPr>
                          <m:t>b</m:t>
                        </m:r>
                      </m:e>
                    </m:acc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b"/>
                          </m:rPr>
                          <m:t>b</m:t>
                        </m:r>
                      </m:num>
                      <m:den>
                        <m:r>
                          <m:t>∥</m:t>
                        </m:r>
                        <m:r>
                          <m:rPr>
                            <m:sty m:val="b"/>
                          </m:rPr>
                          <m:t>b</m:t>
                        </m:r>
                        <m:r>
                          <m:t>∥</m:t>
                        </m:r>
                      </m:den>
                    </m:f>
                  </m:oMath>
                </a14:m>
              </a:p>
              <a:p>
                <a:pPr lvl="2"/>
                <a:r>
                  <a:rPr/>
                  <a:t>방향 x 크기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∴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a</m:t>
                          </m:r>
                        </m:e>
                        <m:sub>
                          <m:r>
                            <m:t>∥</m:t>
                          </m:r>
                        </m:sub>
                      </m:sSub>
                      <m:r>
                        <m:t>=</m:t>
                      </m:r>
                      <m:r>
                        <m:t>∥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a</m:t>
                          </m:r>
                        </m:e>
                        <m:sub>
                          <m:r>
                            <m:t>∥</m:t>
                          </m:r>
                        </m:sub>
                      </m:sSub>
                      <m:r>
                        <m:t>∥</m:t>
                      </m:r>
                      <m:r>
                        <m:t>⋅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t>∥</m:t>
                          </m:r>
                        </m:sub>
                      </m:sSub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b"/>
                            </m:rPr>
                            <m:t>a</m:t>
                          </m:r>
                          <m:r>
                            <m:t>⋅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</m:num>
                        <m:den>
                          <m:r>
                            <m:t>∥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  <m:r>
                            <m:t>∥</m:t>
                          </m:r>
                        </m:den>
                      </m:f>
                      <m: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b"/>
                            </m:rPr>
                            <m:t>b</m:t>
                          </m:r>
                        </m:num>
                        <m:den>
                          <m:r>
                            <m:t>∥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  <m:r>
                            <m:t>∥</m:t>
                          </m:r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(</m:t>
                          </m:r>
                          <m:r>
                            <m:rPr>
                              <m:sty m:val="b"/>
                            </m:rPr>
                            <m:t>b</m:t>
                          </m:r>
                          <m:sSup>
                            <m:e>
                              <m:r>
                                <m:rPr>
                                  <m:sty m:val="b"/>
                                </m:rPr>
                                <m:t>b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r>
                            <m:t>)</m:t>
                          </m:r>
                        </m:num>
                        <m:den>
                          <m:sSup>
                            <m:e>
                              <m:r>
                                <m:rPr>
                                  <m:sty m:val="b"/>
                                </m:rPr>
                                <m:t>b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r>
                            <m:rPr>
                              <m:sty m:val="b"/>
                            </m:rPr>
                            <m:t>b</m:t>
                          </m:r>
                        </m:den>
                      </m:f>
                      <m:r>
                        <m:rPr>
                          <m:sty m:val="b"/>
                        </m:rPr>
                        <m:t>a</m:t>
                      </m:r>
                    </m:oMath>
                  </m:oMathPara>
                </a14:m>
              </a:p>
              <a:p>
                <a:pPr lvl="2"/>
                <a:r>
                  <a:rPr/>
                  <a:t>] — ## Appendix (Proof Theorem1) .nt-02.f-90[</a:t>
                </a:r>
              </a:p>
              <a:p>
                <a:pPr lvl="2"/>
                <a:r>
                  <a:rPr/>
                  <a:t>1차 미분(gradient)</a:t>
                </a:r>
              </a:p>
              <a:p>
                <a:pPr lvl="2"/>
                <a:r>
                  <a:rPr/>
                  <a:t>planar cost :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(</m:t>
                    </m:r>
                    <m:r>
                      <m:rPr>
                        <m:sty m:val="b"/>
                      </m:rPr>
                      <m:t>A</m:t>
                    </m:r>
                    <m:r>
                      <m:t>)</m:t>
                    </m:r>
                  </m:oMath>
                </a14:m>
                <a:r>
                  <a:rPr/>
                  <a:t> / edge cost :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(</m:t>
                    </m:r>
                    <m:r>
                      <m:rPr>
                        <m:sty m:val="b"/>
                      </m:rPr>
                      <m:t>A</m:t>
                    </m:r>
                    <m:r>
                      <m:t>)</m:t>
                    </m:r>
                    <m:r>
                      <m:t>+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(</m:t>
                    </m:r>
                    <m:r>
                      <m:rPr>
                        <m:sty m:val="b"/>
                      </m:rPr>
                      <m:t>A</m:t>
                    </m:r>
                    <m:r>
                      <m:t>)</m:t>
                    </m:r>
                  </m:oMath>
                </a14:m>
              </a:p>
              <a:p>
                <a:pPr lvl="1"/>
                <a:r>
                  <a:rPr/>
                  <a:t>점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를 움직였을때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</m:oMath>
                </a14:m>
                <a:r>
                  <a:rPr/>
                  <a:t>의 k번째 eigenvalue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가 얼마나 변하는가? 를 의미함</a:t>
                </a:r>
              </a:p>
              <a:p>
                <a:pPr lvl="1"/>
                <a:r>
                  <a:rPr/>
                  <a:t>$$
\frac{\partial \lambda_k}{\partial \mathbf{p}_i}
= \frac{2}{N} (\mathbf{p}_i - \bar{\mathbf{p}})^T \mathbf{u}_k \mathbf{u}_k^T  \tag{6}
$$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t>]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이고, eigenvector matrix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t>]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 로 정의시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Λ</m:t>
                      </m:r>
                      <m:r>
                        <m:t>=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r>
                        <m:rPr>
                          <m:sty m:val="b"/>
                        </m:rPr>
                        <m:t>A</m:t>
                      </m:r>
                      <m:r>
                        <m:rPr>
                          <m:sty m:val="b"/>
                        </m:rPr>
                        <m:t>U</m:t>
                      </m:r>
                      <m:r>
                        <m:t>  </m:t>
                      </m:r>
                      <m:r>
                        <m:t>Λ</m:t>
                      </m:r>
                      <m:r>
                        <m:t>=</m:t>
                      </m:r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m:t>λ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marL="0" indent="0"><a:buNone /></a:pPr><a:r><a:rPr /><a:t>=&gt;</a:t></a:r><a:r><a:rPr /><a:t> </a:t></a:r><a14:m><m:oMath xmlns:m="http://schemas.openxmlformats.org/officeDocument/2006/math"><m:r><m:rPr><m:sty m:val="b" /></m:rPr><m:t>A</m:t></m:r></m:oMath></a14:m><a:r><a:rPr /><a:t>는</a:t></a:r><a:r><a:rPr /><a:t> </a:t></a:r><a:r><a:rPr /><a:t>eigenvector</a:t></a:r><a:r><a:rPr /><a:t> </a:t></a:r><a:r><a:rPr /><a:t>basis에서</a:t></a:r><a:r><a:rPr /><a:t> </a:t></a:r><a:r><a:rPr /><a:t>대각화된</a:t></a:r><a:r><a:rPr /><a:t> </a:t></a:r><a:r><a:rPr /><a:t>형태로</a:t></a:r><a:r><a:rPr /><a:t> </a:t></a:r><a:r><a:rPr /><a:t>표현됨</a:t></a:r></a:p></p:txBody></p:sp></p:spTree></p:cSld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(Proof</a:t>
            </a:r>
            <a:r>
              <a:rPr/>
              <a:t> </a:t>
            </a:r>
            <a:r>
              <a:rPr/>
              <a:t>Theorem1)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.nt-02.f-90[ - 왜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t>=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인가? - covariance matrix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0"/>
                        <m:supHide m:val="0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t>(</m:t>
                        </m:r>
                      </m:e>
                    </m:nary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r>
                      <m:t>)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sSup>
                      <m:e>
                        <m:r>
                          <m:t>)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A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r>
                      <m:t>=</m:t>
                    </m:r>
                    <m:r>
                      <m:rPr>
                        <m:sty m:val="b"/>
                      </m:rPr>
                      <m:t>A</m:t>
                    </m:r>
                  </m:oMath>
                </a14:m>
                <a:r>
                  <a:rPr/>
                  <a:t>이므로 대칭행렬 : </a:t>
                </a:r>
                <a14:m>
                  <m:oMath xmlns:m="http://schemas.openxmlformats.org/officeDocument/2006/math">
                    <m:r>
                      <m:t>(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r>
                      <m:t>)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sSup>
                      <m:e>
                        <m:r>
                          <m:t>)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sSup>
                      <m:e>
                        <m:r>
                          <m:t>)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r>
                      <m:t>=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r>
                      <m:t>)</m:t>
                    </m:r>
                    <m:r>
                      <m:t>(</m:t>
                    </m:r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sSup>
                      <m:e>
                        <m:r>
                          <m:t>)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]</m:t>
                    </m:r>
                    <m:r>
                      <m:t>,</m:t>
                    </m:r>
                    <m:r>
                      <m:t>  </m:t>
                    </m:r>
                    <m:r>
                      <m:t>Λ</m:t>
                    </m:r>
                    <m:r>
                      <m:t>=</m:t>
                    </m:r>
                    <m:d>
                      <m:dPr>
                        <m:begChr m:val="["/>
                        <m:endChr m:val="]"/>
                        <m:grow/>
                      </m:dPr>
                      <m:e>
                        <m:m>
                          <m:mPr>
                            <m:baseJc m:val="center"/>
                            <m:plcHide m:val="1"/>
                            <m:mcs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t>=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t>.</m:t>
                    </m:r>
                    <m:r>
                      <m:t>.</m:t>
                    </m:r>
                    <m:r>
                      <m:t>.</m:t>
                    </m:r>
                    <m:r>
                      <m:t>(</m:t>
                    </m:r>
                    <m:r>
                      <m:t>k</m:t>
                    </m:r>
                    <m:r>
                      <m:t>=</m:t>
                    </m:r>
                    <m:r>
                      <m:t>1</m:t>
                    </m:r>
                    <m:r>
                      <m:t>,</m:t>
                    </m:r>
                    <m:r>
                      <m:t>2</m:t>
                    </m:r>
                    <m:r>
                      <m:t>,</m:t>
                    </m:r>
                    <m:r>
                      <m:t>3</m:t>
                    </m:r>
                    <m:r>
                      <m:t>)</m:t>
                    </m:r>
                  </m:oMath>
                </a14:m>
                <a:r>
                  <a:rPr/>
                  <a:t>들을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</m:oMath>
                </a14:m>
                <a:r>
                  <a:rPr/>
                  <a:t>라고 표현할 수 있음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t>[</m:t>
                    </m:r>
                    <m:r>
                      <m:rPr>
                        <m:sty m:val="b"/>
                      </m:rPr>
                      <m:t>A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 </m:t>
                    </m:r>
                    <m:r>
                      <m:rPr>
                        <m:sty m:val="b"/>
                      </m:rPr>
                      <m:t>A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 </m:t>
                    </m:r>
                    <m:r>
                      <m:rPr>
                        <m:sty m:val="b"/>
                      </m:rPr>
                      <m:t>A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]</m:t>
                    </m:r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]</m:t>
                    </m:r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  <m:r>
                      <m:t>=</m:t>
                    </m:r>
                    <m:r>
                      <m:t>[</m:t>
                    </m:r>
                    <m:r>
                      <m:t> 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 </m:t>
                    </m:r>
                    <m:r>
                      <m:t>]</m:t>
                    </m:r>
                    <m:d>
                      <m:dPr>
                        <m:begChr m:val="["/>
                        <m:endChr m:val="]"/>
                        <m:grow/>
                      </m:dPr>
                      <m:e>
                        <m:m>
                          <m:mPr>
                            <m:baseJc m:val="center"/>
                            <m:plcHide m:val="1"/>
                            <m:mcs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0</m:t>
                              </m:r>
                            </m:e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t>=</m:t>
                    </m:r>
                    <m:r>
                      <m:t>[</m:t>
                    </m:r>
                    <m:r>
                      <m:t> 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 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 </m:t>
                    </m:r>
                    <m:r>
                      <m:t>]</m:t>
                    </m:r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</m:oMath>
                </a14:m>
                <a:r>
                  <a:rPr/>
                  <a:t>이므로 양변에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를 곱하면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t>=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] — ## Appendix (Proof Theorem1) .nt-02.f-90[ -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t>=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를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에 대한 미분</a:t>
                </a:r>
              </a:p>
              <a:p>
                <a:pPr lvl="0" marL="0" indent="0">
                  <a:buNone/>
                </a:pPr>
                <a:r>
                  <a:rPr/>
                  <a:t>$$
\frac{\partial \Lambda}{\partial p} = \left(\frac{\partial \mathbf{U}}{\partial p}\right)^T \mathbf{A} \mathbf{U} + \mathbf{U}^T \frac{\partial \mathbf{A}}{\partial p} \mathbf{U} + \mathbf{U}^T \mathbf{A} \frac{\partial \mathbf{U}}{\partial p} \tag{18}
$$</a:t>
                </a:r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  <m:r>
                      <m:t>,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rPr>
                            <m:sty m:val="b"/>
                          </m:rPr>
                          <m:t>⊤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r>
                      <m:t>=</m:t>
                    </m:r>
                    <m:r>
                      <m:t>Λ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를 통해 정리 가능 - 첫번째항 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∂</m:t>
                                </m:r>
                                <m:r>
                                  <m:rPr>
                                    <m:sty m:val="b"/>
                                  </m:rPr>
                                  <m:t>U</m:t>
                                </m:r>
                              </m:num>
                              <m:den>
                                <m:r>
                                  <m:t>∂</m:t>
                                </m:r>
                                <m:r>
                                  <m:t>p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∂</m:t>
                                </m:r>
                                <m:r>
                                  <m:rPr>
                                    <m:sty m:val="b"/>
                                  </m:rPr>
                                  <m:t>U</m:t>
                                </m:r>
                              </m:num>
                              <m:den>
                                <m:r>
                                  <m:t>∂</m:t>
                                </m:r>
                                <m:r>
                                  <m:t>p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</m:oMath>
                </a14:m>
                <a:r>
                  <a:rPr/>
                  <a:t> / 세번째항 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A</m:t>
                    </m:r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r>
                          <m:rPr>
                            <m:sty m:val="b"/>
                          </m:rPr>
                          <m:t>U</m:t>
                        </m:r>
                      </m:num>
                      <m:den>
                        <m:r>
                          <m:t>∂</m:t>
                        </m:r>
                        <m:r>
                          <m:t>p</m:t>
                        </m:r>
                      </m:den>
                    </m:f>
                    <m:r>
                      <m:t>=</m:t>
                    </m:r>
                    <m:r>
                      <m:t>Λ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r>
                          <m:rPr>
                            <m:sty m:val="b"/>
                          </m:rPr>
                          <m:t>U</m:t>
                        </m:r>
                      </m:num>
                      <m:den>
                        <m:r>
                          <m:t>∂</m:t>
                        </m:r>
                        <m:r>
                          <m:t>p</m:t>
                        </m:r>
                      </m:den>
                    </m:f>
                  </m:oMath>
                </a14:m>
                <a:r>
                  <a:rPr/>
                  <a:t>]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Λ</m:t>
                          </m:r>
                        </m:num>
                        <m:den>
                          <m:r>
                            <m:t>∂</m:t>
                          </m:r>
                          <m:r>
                            <m:t>p</m:t>
                          </m:r>
                        </m:den>
                      </m:f>
                      <m:r>
                        <m:t>=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A</m:t>
                          </m:r>
                        </m:num>
                        <m:den>
                          <m:r>
                            <m:t>∂</m:t>
                          </m:r>
                          <m:r>
                            <m:t>p</m:t>
                          </m:r>
                        </m:den>
                      </m:f>
                      <m:r>
                        <m:rPr>
                          <m:sty m:val="b"/>
                        </m:rPr>
                        <m:t>U</m:t>
                      </m:r>
                      <m:r>
                        <m:t>+</m:t>
                      </m:r>
                      <m:limLow>
                        <m:e>
                          <m:limLow>
                            <m:e>
                              <m:r>
                                <m:t>Λ</m:t>
                              </m:r>
                              <m:sSup>
                                <m:e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</m:e>
                                <m:sup>
                                  <m:r>
                                    <m:t>T</m:t>
                                  </m:r>
                                </m:sup>
                              </m:sSup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</m:num>
                                <m:den>
                                  <m:r>
                                    <m:t>∂</m:t>
                                  </m:r>
                                  <m:r>
                                    <m:t>p</m:t>
                                  </m:r>
                                </m:den>
                              </m:f>
                            </m:e>
                            <m:lim>
                              <m:r>
                                <m:t>⏟</m:t>
                              </m:r>
                            </m:lim>
                          </m:limLow>
                        </m:e>
                        <m:lim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C</m:t>
                              </m:r>
                            </m:e>
                            <m:sup>
                              <m:r>
                                <m:t>p</m:t>
                              </m:r>
                            </m:sup>
                          </m:sSup>
                        </m:lim>
                      </m:limLow>
                      <m:r>
                        <m:t>+</m:t>
                      </m:r>
                      <m:limLow>
                        <m:e>
                          <m:limLow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grow/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t>∂</m:t>
                                          </m:r>
                                          <m:r>
                                            <m:rPr>
                                              <m:sty m:val="b"/>
                                            </m:rPr>
                                            <m:t>U</m:t>
                                          </m:r>
                                        </m:num>
                                        <m:den>
                                          <m:r>
                                            <m:t>∂</m:t>
                                          </m:r>
                                          <m:r>
                                            <m:t>p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  <m:r>
                                <m:t>Λ</m:t>
                              </m:r>
                            </m:e>
                            <m:lim>
                              <m:r>
                                <m:t>⏟</m:t>
                              </m:r>
                            </m:lim>
                          </m:limLow>
                        </m:e>
                        <m:lim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(C</m:t>
                              </m:r>
                            </m:e>
                            <m:sup>
                              <m:r>
                                <m:t>p</m:t>
                              </m:r>
                            </m:sup>
                          </m:sSup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.f-90[ -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p</m:t>
                        </m:r>
                      </m:sup>
                    </m:sSup>
                    <m:r>
                      <m:t>=</m:t>
                    </m:r>
                    <m:r>
                      <m:t>Λ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r>
                          <m:rPr>
                            <m:sty m:val="b"/>
                          </m:rPr>
                          <m:t>U</m:t>
                        </m:r>
                      </m:num>
                      <m:den>
                        <m:r>
                          <m:t>∂</m:t>
                        </m:r>
                        <m:r>
                          <m:t>p</m:t>
                        </m:r>
                      </m:den>
                    </m:f>
                  </m:oMath>
                </a14:m>
                <a:r>
                  <a:rPr/>
                  <a:t> / </a:t>
                </a:r>
                <a14:m>
                  <m:oMath xmlns:m="http://schemas.openxmlformats.org/officeDocument/2006/math">
                    <m:sSup>
                      <m:e>
                        <m:sSup>
                          <m:e>
                            <m:r>
                              <m:rPr>
                                <m:sty m:val="b"/>
                              </m:rPr>
                              <m:t>C</m:t>
                            </m:r>
                          </m:e>
                          <m:sup>
                            <m:r>
                              <m:t>p</m:t>
                            </m:r>
                          </m:sup>
                        </m:sSup>
                      </m:e>
                      <m:sup>
                        <m:r>
                          <m:t>T</m:t>
                        </m:r>
                      </m:sup>
                    </m:sSup>
                    <m: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∂</m:t>
                                </m:r>
                                <m:r>
                                  <m:rPr>
                                    <m:sty m:val="b"/>
                                  </m:rPr>
                                  <m:t>U</m:t>
                                </m:r>
                              </m:num>
                              <m:den>
                                <m:r>
                                  <m:t>∂</m:t>
                                </m:r>
                                <m:r>
                                  <m:t>p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U</m:t>
                    </m:r>
                    <m:r>
                      <m:t>Λ</m:t>
                    </m:r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p</m:t>
                        </m:r>
                      </m:sup>
                    </m:sSup>
                  </m:oMath>
                </a14:m>
                <a:r>
                  <a:rPr/>
                  <a:t>의 역할은 eigenvector matrix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의 변화율, eigenbasis안에서 표현함] — ## Appendix (Proof Theorem1) .nt-02.f-90[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의 각 열이 단위벡터로 Orthogonal이므로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T</m:t>
                        </m:r>
                      </m:sup>
                    </m:sSup>
                    <m:r>
                      <m:rPr>
                        <m:sty m:val="b"/>
                      </m:rPr>
                      <m:t>U</m:t>
                    </m:r>
                    <m:r>
                      <m:t>=</m:t>
                    </m:r>
                    <m:r>
                      <m:rPr>
                        <m:sty m:val="b"/>
                      </m:rPr>
                      <m:t>I</m:t>
                    </m:r>
                  </m:oMath>
                </a14:m>
                <a:r>
                  <a:rPr/>
                  <a:t>를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p</m:t>
                    </m:r>
                  </m:oMath>
                </a14:m>
                <a:r>
                  <a:rPr/>
                  <a:t>에 대해 미분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sSup>
                            <m:e>
                              <m:r>
                                <m:t>U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m:t>∂</m:t>
                          </m:r>
                          <m:r>
                            <m:t>p</m:t>
                          </m:r>
                        </m:den>
                      </m:f>
                      <m:r>
                        <m:rPr>
                          <m:sty m:val="b"/>
                        </m:rPr>
                        <m:t>U</m:t>
                      </m:r>
                      <m:r>
                        <m:t>+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t>p</m:t>
                          </m:r>
                        </m:den>
                      </m:f>
                      <m: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(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p</m:t>
                          </m:r>
                        </m:sup>
                      </m:sSup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t>+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p</m:t>
                          </m:r>
                        </m:sup>
                      </m:sSup>
                      <m:r>
                        <m:t>=</m:t>
                      </m:r>
                      <m:r>
                        <m:t>0</m:t>
                      </m:r>
                      <m:r>
                        <m:t>→</m:t>
                      </m:r>
                      <m:r>
                        <m:t>(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p</m:t>
                          </m:r>
                        </m:sup>
                      </m:sSup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t>=</m:t>
                      </m:r>
                      <m:r>
                        <m:t>−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p</m:t>
                          </m:r>
                        </m:sup>
                      </m:s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따라서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p</m:t>
                        </m:r>
                      </m:sup>
                    </m:sSup>
                  </m:oMath>
                </a14:m>
                <a:r>
                  <a:rPr/>
                  <a:t>는 skew-symmetric matrix임</a:t>
                </a:r>
              </a:p>
              <a:p>
                <a:pPr lvl="0" marL="0" indent="0">
                  <a:buNone/>
                </a:pPr>
                <a:r>
                  <a:rPr/>
                  <a:t>$$
\frac{\partial \Lambda}{\partial p} = \mathbf{U}^T \frac{\partial \mathbf{A}}{\partial p} \mathbf{U} + \color{red}{\Lambda\mathbf{C}^p} + \color{red}{(\mathbf{C}^p)^T\Lambda} = \mathbf{U}^T \frac{\partial \mathbf{A}}{\partial p} \mathbf{U}
$$</a:t>
                </a:r>
              </a:p>
              <a:p>
                <a:pPr lvl="0" marL="0" indent="0">
                  <a:buNone/>
                </a:pPr>
                <a:r>
                  <a:rPr/>
                  <a:t>$$
\frac{\partial \lambda_k}{\partial p} = \mathbf{u}_k^T \frac{\partial \mathbf{A}}{\partial p} \mathbf{u}_k = \frac{\partial (\mathbf{u}_k^T \mathbf{A} \mathbf{u}_k)}{\partial p} \quad (k = 1, 2, 3) \tag{a}
$$</a:t>
                </a:r>
              </a:p>
              <a:p>
                <a:pPr lvl="0" marL="0" indent="0">
                  <a:buNone/>
                </a:pPr>
                <a:r>
                  <a:rPr/>
                  <a:t>- 따라서 대각성분만 보면 eigenvector derivate를 직접 계산을 할 필요가 없어짐]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(Proof</a:t>
            </a:r>
            <a:r>
              <a:rPr/>
              <a:t> </a:t>
            </a:r>
            <a:r>
              <a:rPr/>
              <a:t>Theorem1)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.nt-02.f-90[ - i=j면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를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로 미분하니까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I</m:t>
                    </m:r>
                  </m:oMath>
                </a14:m>
                <a:r>
                  <a:rPr/>
                  <a:t>, i=/j면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를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로 미분하니까 0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r>
                        <m:rPr>
                          <m:sty m:val="b"/>
                        </m:rPr>
                        <m:t>I</m:t>
                      </m:r>
                      <m:r>
                        <m:t>,</m:t>
                      </m:r>
                      <m:r>
                        <m:t>(</m:t>
                      </m:r>
                      <m:r>
                        <m:t>i</m:t>
                      </m:r>
                      <m:r>
                        <m:t>=</m:t>
                      </m:r>
                      <m:r>
                        <m:t>j</m:t>
                      </m:r>
                      <m:r>
                        <m:t>)</m:t>
                      </m:r>
                      <m:r>
                        <m:t>  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r>
                        <m:t>0</m:t>
                      </m:r>
                      <m:r>
                        <m:t>,</m:t>
                      </m:r>
                      <m:r>
                        <m:t>(</m:t>
                      </m:r>
                      <m:r>
                        <m:t>i</m:t>
                      </m:r>
                      <m:r>
                        <m:t>≠</m:t>
                      </m:r>
                      <m:r>
                        <m:t>j</m:t>
                      </m:r>
                      <m:r>
                        <m:t>)</m:t>
                      </m:r>
                      <m:r>
                        <m:t>,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i : 미분하려는 point index / j : covariance 합을 도는 index 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0"/>
                        <m:supHide m:val="0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에 대해 미분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b"/>
                        </m:rPr>
                        <m:t>I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I</m:t>
                                </m:r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r>
                                  <m:t>I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=</m:t>
                                </m:r>
                                <m:r>
                                  <m:t>j</m:t>
                                </m:r>
                              </m:e>
                            </m:mr>
                            <m:mr>
                              <m:e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r>
                                  <m:t>I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≠</m:t>
                                </m:r>
                                <m:r>
                                  <m:t>j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즉, 자기자신도 변하고, 평균도 같이 변한다는 것을 보여줌] — ## Appendix (Proof Theorem1) .nt-02.f-90[ -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에 대한 편미분을 대입해서 정리</a:t>
                </a:r>
              </a:p>
              <a:p>
                <a:pPr lvl="0" marL="0" indent="0">
                  <a:buNone/>
                </a:pPr>
                <a:r>
                  <a:rPr/>
                  <a:t>$$\begin{align*}
\frac{\partial \lambda_k}{\partial \mathbf{p}_i} &amp;= \frac{1}{N} \sum_{j=1}^{N} \frac{\partial}{\partial \mathbf{p}_i} \left( \mathbf{u}_k^\top (\mathbf{p}_j - \bar{\mathbf{p}})(\mathbf{p}_j - \bar{\mathbf{p}})^\top \mathbf{u}_k \right) \\[1ex]
&amp;= \frac{2}{N} \sum_{j=1}^{N} (\mathbf{p}_j - \bar{\mathbf{p}})^\top \mathbf{u}_k \frac{\partial(\mathbf{u}_k^\top (\mathbf{p}_j - \bar{\mathbf{p}}))}{\partial \mathbf{p}_i} \\[1ex]
&amp;= \frac{2}{N} (\mathbf{p}_i - \bar{\mathbf{p}})^\top \mathbf{u}_k \mathbf{u}_k^\top \left( I - \frac{1}{N}I \right) + \frac{2}{N} \sum_{j \neq i} (\mathbf{p}_j - \bar{\mathbf{p}})^\top \mathbf{u}_k \mathbf{u}_k^\top \left( -\frac{1}{N}I \right) \\[1ex]
&amp;= \frac{2}{N} (\mathbf{p}_i - \bar{\mathbf{p}})^\top \mathbf{u}_k \mathbf{u}_k^\top.
\end{align*}  \tag{19}$$</a:t>
                </a:r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</m:oMath>
                </a14:m>
                <a:r>
                  <a:rPr/>
                  <a:t>를 점들로 전개후, 평균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</m:oMath>
                </a14:m>
                <a:r>
                  <a:rPr/>
                  <a:t>가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에도 의존하기 때문에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=</m:t>
                    </m:r>
                    <m:r>
                      <m:t>j</m:t>
                    </m:r>
                  </m:oMath>
                </a14:m>
                <a:r>
                  <a:rPr/>
                  <a:t>인 경우와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≠</m:t>
                    </m:r>
                    <m:r>
                      <m:t>j</m:t>
                    </m:r>
                  </m:oMath>
                </a14:m>
                <a:r>
                  <a:rPr/>
                  <a:t>인 경우로 나눠서 미분하면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0"/>
                        <m:supHide m:val="0"/>
                      </m:naryPr>
                      <m:sub>
                        <m:r>
                          <m:t>j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t>(</m:t>
                        </m:r>
                      </m:e>
                    </m:nary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</m:acc>
                    <m:r>
                      <m:t>)</m:t>
                    </m:r>
                    <m:r>
                      <m:t>=</m:t>
                    </m:r>
                    <m:r>
                      <m:t>0</m:t>
                    </m:r>
                  </m:oMath>
                </a14:m>
                <a:r>
                  <a:rPr/>
                  <a:t>을 이용해 유도 가능] — ## Appendix (Proof Theorem2) .nt-02.f-90[ - 2차 미분(Hessian)</a:t>
                </a:r>
              </a:p>
              <a:p>
                <a:pPr lvl="0" marL="0" indent="0">
                  <a:buNone/>
                </a:pPr>
                <a:r>
                  <a:rPr/>
                  <a:t>$$\frac{\partial^2 \lambda_k}{\partial p_j \partial p_i} \tag{7}$$</a:t>
                </a:r>
              </a:p>
              <a:p>
                <a:pPr lvl="0" marL="0" indent="0">
                  <a:buNone/>
                </a:pPr>
                <a:r>
                  <a:rPr/>
                  <a:t>- 두 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t>]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와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z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sSup>
                      <m:e>
                        <m:r>
                          <m:t>]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가 있고,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의 한 좌표를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q</m:t>
                    </m:r>
                  </m:oMath>
                </a14:m>
                <a:r>
                  <a:rPr/>
                  <a:t>라고 함 - eigenvector matrix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는 Orthogonal하므로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q</m:t>
                          </m:r>
                        </m:den>
                      </m:f>
                      <m: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</m:num>
                                <m:den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q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t>⊤</m:t>
                          </m:r>
                        </m:sup>
                      </m:sSup>
                      <m:r>
                        <m:rPr>
                          <m:sty m:val="b"/>
                        </m:rPr>
                        <m:t>U</m:t>
                      </m:r>
                      <m: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Theorem1에서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p</m:t>
                        </m:r>
                      </m:sup>
                    </m:sSup>
                    <m:r>
                      <m:t>=</m:t>
                    </m:r>
                    <m:r>
                      <m:t>Λ</m:t>
                    </m:r>
                    <m:sSup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p>
                        <m:r>
                          <m:t>⊤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r>
                          <m:rPr>
                            <m:sty m:val="b"/>
                          </m:rPr>
                          <m:t>U</m:t>
                        </m:r>
                      </m:num>
                      <m:den>
                        <m:r>
                          <m:t>∂</m:t>
                        </m:r>
                        <m:r>
                          <m:t>p</m:t>
                        </m:r>
                      </m:den>
                    </m:f>
                  </m:oMath>
                </a14:m>
                <a:r>
                  <a:rPr/>
                  <a:t>가 skew-symmetric matrix이므로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=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q</m:t>
                          </m:r>
                        </m:den>
                      </m:f>
                      <m:r>
                        <m:t>,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+</m:t>
                      </m:r>
                      <m:r>
                        <m:t>(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.nt-02.f-90[ -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q</m:t>
                        </m:r>
                      </m:sup>
                    </m:sSup>
                  </m:oMath>
                </a14:m>
                <a:r>
                  <a:rPr/>
                  <a:t>는 변수q가 바뀔 때 eigenvector matrix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U</m:t>
                    </m:r>
                  </m:oMath>
                </a14:m>
                <a:r>
                  <a:rPr/>
                  <a:t>의 변화율을 eigenbasis안에서 표현한 것, 또한 skew-symmetric matrix이므로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r>
                          <m:t>q</m:t>
                        </m:r>
                      </m:sup>
                    </m:sSup>
                  </m:oMath>
                </a14:m>
                <a:r>
                  <a:rPr/>
                  <a:t>의 대각성분은 0이고, 비대각성분은 서로 부호가 반대인 형태 - (18)번 수식의 q버전으로</a:t>
                </a:r>
              </a:p>
              <a:p>
                <a:pPr lvl="0" marL="0" indent="0">
                  <a:buNone/>
                </a:pPr>
                <a:r>
                  <a:rPr/>
                  <a:t>$$\frac{\partial \Lambda}{\partial \mathbf{q}} = \mathbf{U}^\top \frac{\partial \mathbf{A}}{\partial \mathbf{q}} \mathbf{U} + \Lambda \mathbf{C}^q + (\mathbf{C}^q)^\top \Lambda = \mathbf{U}^\top \frac{\partial \mathbf{A}}{\partial \mathbf{q}} \mathbf{U} \tag{20}$$</a:t>
                </a:r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는 diagonal matrix이고,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r>
                          <m:t>Λ</m:t>
                        </m:r>
                      </m:num>
                      <m:den>
                        <m:r>
                          <m:t>∂</m:t>
                        </m:r>
                        <m:r>
                          <m:rPr>
                            <m:sty m:val="b"/>
                          </m:rPr>
                          <m:t>q</m:t>
                        </m:r>
                      </m:den>
                    </m:f>
                  </m:oMath>
                </a14:m>
                <a:r>
                  <a:rPr/>
                  <a:t>의 또한 diagonal matrix으로 </a:t>
                </a:r>
                <a:r>
                  <a:rPr b="1"/>
                  <a:t>off-diagonal</a:t>
                </a:r>
                <a:r>
                  <a:rPr/>
                  <a:t>은 0이다. - off-diagonal성분에 대해서, (m- row성분 / n-column성분)</a:t>
                </a:r>
              </a:p>
              <a:p>
                <a:pPr lvl="0" marL="0" indent="0">
                  <a:buNone/>
                </a:pPr>
                <a:r>
                  <a:rPr/>
                  <a:t>$$0 = \mathbf{u}_m^T \frac{\partial A}{\partial q} \mathbf{u}_n + \lambda_m C^q_{m,n} - C^q_{m,n} \lambda_n \tag{b}$$</a:t>
                </a:r>
              </a:p>
              <a:p>
                <a:pPr lvl="0" marL="0" indent="0">
                  <a:buNone/>
                </a:pPr>
                <a:r>
                  <a:rPr/>
                  <a:t>- Theorem1에서는 </a:t>
                </a:r>
                <a:r>
                  <a:rPr b="1"/>
                  <a:t>점 자체와 평균점이 움직이면서 생기는 직접적인 변화</a:t>
                </a:r>
                <a:r>
                  <a:rPr/>
                  <a:t>, - Theorem2에서는 </a:t>
                </a:r>
                <a:r>
                  <a:rPr b="1"/>
                  <a:t>고유벡터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 b="1"/>
                  <a:t>자체가 회전하면서 생기는 간접적인 영향</a:t>
                </a:r>
                <a:r>
                  <a:rPr/>
                  <a:t>을 다루고 있음] — ## Appendix (Proof Theorem2) .nt-02.f-90[ - (b)수식에서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t>≠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인(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≠</m:t>
                    </m:r>
                    <m:r>
                      <m:t>n</m:t>
                    </m:r>
                  </m:oMath>
                </a14:m>
                <a:r>
                  <a:rPr/>
                  <a:t>) 경우, 서로 다른 eigendirection 사이의 coupling이 존재하므로</a:t>
                </a:r>
              </a:p>
              <a:p>
                <a:pPr lvl="0" marL="0" indent="0">
                  <a:buNone/>
                </a:pPr>
                <a:r>
                  <a:rPr/>
                  <a:t>$$\mathbf{C}^q_{m,n} = \frac{1}{\lambda_n - \lambda_m}\mathbf{u}_m^T \frac{\partial A}{\partial q} \mathbf{u}_n \tag{21}$$</a:t>
                </a:r>
              </a:p>
              <a:p>
                <a:pPr lvl="0" marL="0" indent="0">
                  <a:buNone/>
                </a:pPr>
                <a:r>
                  <a:rPr/>
                  <a:t>- (b)수식에서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t>=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인(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=</m:t>
                    </m:r>
                    <m:r>
                      <m:t>n</m:t>
                    </m:r>
                  </m:oMath>
                </a14:m>
                <a:r>
                  <a:rPr/>
                  <a:t>) 경우, 자기자신의 변화는 고유벡터 변화에 영향이 없으므로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r>
                            <m:t>q</m:t>
                          </m:r>
                        </m:sup>
                      </m:sSubSup>
                      <m: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r>
                          <m:t>q</m:t>
                        </m:r>
                      </m:sup>
                    </m:sSubSup>
                  </m:oMath>
                </a14:m>
                <a:r>
                  <a:rPr/>
                  <a:t>는 skew-symmetric이므로 diagonal 성분은 모두 0이고, off-diagonal성분은 서로 부호가 반대인 형태 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=</m:t>
                    </m:r>
                    <m:r>
                      <m:t>n</m:t>
                    </m:r>
                  </m:oMath>
                </a14:m>
                <a:r>
                  <a:rPr/>
                  <a:t>인 경우는 자기 자신방향으로, 크기가 늘어나거나 줄어드는것이 아님. 따라서 </a:t>
                </a:r>
                <a:r>
                  <a:rPr b="1"/>
                  <a:t>다른 eigenvector 방향의 영향만 나타냄</a:t>
                </a:r>
                <a:r>
                  <a:rPr/>
                  <a:t> 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≠</m:t>
                    </m:r>
                    <m:r>
                      <m:t>n</m:t>
                    </m:r>
                  </m:oMath>
                </a14:m>
                <a:r>
                  <a:rPr/>
                  <a:t>인 경우 즉, 점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를 조금 바꾸면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은 자기 자신 방향으로 변하는것이 아닌 다른 </a:t>
                </a:r>
                <a:r>
                  <a:rPr b="1"/>
                  <a:t>eigenvector 방향으로 회전하듯이 변함</a:t>
                </a:r>
                <a:r>
                  <a:rPr/>
                  <a:t>] — ## Appendix (Proof Theorem2) .nt-02.f-90[ -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r>
                          <m:t>q</m:t>
                        </m:r>
                      </m:sup>
                    </m:sSubSup>
                  </m:oMath>
                </a14:m>
                <a:r>
                  <a:rPr/>
                  <a:t>에 정의에 따르면,</a:t>
                </a:r>
              </a:p>
              <a:p>
                <a:pPr lvl="0" marL="0" indent="0">
                  <a:buNone/>
                </a:pPr>
                <a:r>
                  <a:rPr/>
                  <a:t>$$\frac{\partial \mathbf{u}_k}{\partial q} = \frac{\partial \mathbf{U} \mathbf{e}_k}{\partial q} = \mathbf{U} \mathbf{C}^q \mathbf{e}_k \tag{c}$$</a:t>
                </a:r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는 standard basis vector로,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번째 성분이 1이고 나머지는 0인 벡터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r>
                            <m:t>q</m:t>
                          </m:r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t>q</m:t>
                          </m:r>
                        </m:den>
                      </m:f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  <m:r>
                        <m:t>=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t>q</m:t>
                          </m:r>
                        </m:den>
                      </m:f>
                      <m:r>
                        <m:t>→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U</m:t>
                          </m:r>
                        </m:num>
                        <m:den>
                          <m:r>
                            <m:t>∂</m:t>
                          </m:r>
                          <m:r>
                            <m:t>q</m:t>
                          </m:r>
                        </m:den>
                      </m:f>
                      <m:r>
                        <m:t>=</m:t>
                      </m:r>
                      <m:r>
                        <m:rPr>
                          <m:sty m:val="b"/>
                        </m:rPr>
                        <m:t>U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m:t>C</m:t>
                          </m:r>
                        </m:e>
                        <m:sup>
                          <m:r>
                            <m:t>q</m:t>
                          </m:r>
                        </m:sup>
                      </m:s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따라서 (c)가 유도됨] — ## Appendix (Proof Theorem2) .nt-02.f-90[ -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∂</m:t>
                        </m:r>
                        <m:sSub>
                          <m:e>
                            <m:r>
                              <m:rPr>
                                <m:sty m:val="b"/>
                              </m:rPr>
                              <m:t>u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num>
                      <m:den>
                        <m:r>
                          <m:t>∂</m:t>
                        </m:r>
                        <m:r>
                          <m:t>q</m:t>
                        </m:r>
                      </m:den>
                    </m:f>
                  </m:oMath>
                </a14:m>
                <a:r>
                  <a:rPr/>
                  <a:t>는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를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의 모든 원소에 대한 미분을 벡터로 표현하면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t>=</m:t>
                      </m:r>
                      <m:r>
                        <m:t>[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t>,</m:t>
                      </m:r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p>
                        <m:e>
                          <m:r>
                            <m:t>]</m:t>
                          </m:r>
                        </m:e>
                        <m:sup>
                          <m:r>
                            <m:t>⊤</m:t>
                          </m:r>
                        </m:sup>
                      </m:sSup>
                      <m:r>
                        <m:t>→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  <m:sSub>
                                    <m:e>
                                      <m:r>
                                        <m:t>e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t>,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  <m:sSub>
                                    <m:e>
                                      <m:r>
                                        <m:t>e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t>,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  <m:sSub>
                                    <m:e>
                                      <m:r>
                                        <m:t>e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m:t>⊤</m:t>
                          </m:r>
                        </m:sup>
                      </m:sSup>
                      <m: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u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t>,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u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t>,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u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m:t>⊤</m:t>
                          </m:r>
                        </m:sup>
                      </m:s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즉,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가 point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의 각 좌표 변화에 대해 어떻게 변하는지를 나타내는 벡터</a:t>
                </a:r>
              </a:p>
              <a:p>
                <a:pPr lvl="0" marL="0" indent="0">
                  <a:buNone/>
                </a:pPr>
                <a:r>
                  <a:rPr/>
                  <a:t>$$\begin{align*}
\frac{\partial \mathbf{u}_k}{\partial \mathbf{p}_j} &amp;= \left[ \frac{\partial \mathbf{U} \mathbf{e}_k}{\partial x_j} \quad \frac{\partial \mathbf{U} \mathbf{e}_k}{\partial y_j} \quad \frac{\partial \mathbf{U} \mathbf{e}_k}{\partial z_j} \right] \\
&amp;= \left[ \mathbf{U}\mathbf{C}^{x_j} \mathbf{e}_k \quad \mathbf{U}\mathbf{C}^{y_j} \mathbf{e}_k \quad \mathbf{U}\mathbf{C}^{z_j} \mathbf{e}_k \right] \\
&amp;= \mathbf{U} \left[ \mathbf{C}^{x_j} \mathbf{e}_k \quad \mathbf{C}^{y_j} \mathbf{e}_k \quad \mathbf{C}^{z_j} \mathbf{e}_k \right] \\
&amp;= \mathbf{U} \begin{bmatrix}
\mathbf{C}^{x_j}_{1,k} &amp; \mathbf{C}^{y_j}_{1,k} &amp; \mathbf{C}^{z_j}_{1,k} \\
\mathbf{C}^{x_j}_{2,k} &amp; \mathbf{C}^{y_j}_{2,k} &amp; \mathbf{C}^{z_j}_{2,k} \\
\mathbf{C}^{x_j}_{3,k} &amp; \mathbf{C}^{y_j}_{3,k} &amp; \mathbf{C}^{z_j}_{3,k}
\end{bmatrix}
\end{align*} \tag{22}$$</a:t>
                </a:r>
              </a:p>
              <a:p>
                <a:pPr lvl="0" marL="0" indent="0">
                  <a:buNone/>
                </a:pPr>
                <a:r>
                  <a:rPr/>
                  <a:t>] — ## Appendix (Proof Theorem2) .nt-02.f-90[ - (21)번 수식과 같이 각 element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r>
                          <m:t>q</m:t>
                        </m:r>
                      </m:sup>
                    </m:sSubSup>
                  </m:oMath>
                </a14:m>
                <a:r>
                  <a:rPr/>
                  <a:t> 정의수식이고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q</m:t>
                    </m:r>
                    <m:r>
                      <m:t>=</m:t>
                    </m:r>
                    <m:r>
                      <m:t>[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t>z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sSup>
                      <m:e>
                        <m:r>
                          <m:t>]</m:t>
                        </m:r>
                      </m:e>
                      <m:sup>
                        <m:r>
                          <m:t>⊤</m:t>
                        </m:r>
                      </m:sup>
                    </m:sSup>
                  </m:oMath>
                </a14:m>
                <a:r>
                  <a:rPr/>
                  <a:t>를 모으면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C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,</m:t>
                              </m:r>
                              <m:r>
                                <m:t>n</m:t>
                              </m:r>
                            </m:sub>
                            <m:sup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p>
                          </m:sSubSup>
                          <m:r>
                            <m:t> 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C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,</m:t>
                              </m:r>
                              <m:r>
                                <m:t>n</m:t>
                              </m:r>
                            </m:sub>
                            <m:sup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p>
                          </m:sSubSup>
                          <m:r>
                            <m:t> 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C</m:t>
                              </m:r>
                            </m:e>
                            <m:sub>
                              <m:r>
                                <m:t>m</m:t>
                              </m:r>
                              <m:r>
                                <m:t>,</m:t>
                              </m:r>
                              <m:r>
                                <m:t>n</m:t>
                              </m:r>
                            </m:sub>
                            <m:sup>
                              <m:sSub>
                                <m:e>
                                  <m:r>
                                    <m:t>z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≠</m:t>
                    </m:r>
                    <m:r>
                      <m:t>n</m:t>
                    </m:r>
                  </m:oMath>
                </a14:m>
                <a:r>
                  <a:rPr/>
                  <a:t> 인 경우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−</m:t>
                          </m:r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f>
                            <m:fPr>
                              <m:type m:val="bar"/>
                            </m:fPr>
                            <m:num>
                              <m:r>
                                <m:t>∂</m:t>
                              </m:r>
                              <m:r>
                                <m:rPr>
                                  <m:sty m:val="b"/>
                                </m:rPr>
                                <m:t>A</m:t>
                              </m:r>
                            </m:num>
                            <m:den>
                              <m:r>
                                <m:t>∂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den>
                          </m:f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 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f>
                            <m:fPr>
                              <m:type m:val="bar"/>
                            </m:fPr>
                            <m:num>
                              <m:r>
                                <m:t>∂</m:t>
                              </m:r>
                              <m:r>
                                <m:rPr>
                                  <m:sty m:val="b"/>
                                </m:rPr>
                                <m:t>A</m:t>
                              </m:r>
                            </m:num>
                            <m:den>
                              <m:r>
                                <m:t>∂</m:t>
                              </m:r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den>
                          </m:f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 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f>
                            <m:fPr>
                              <m:type m:val="bar"/>
                            </m:fPr>
                            <m:num>
                              <m:r>
                                <m:t>∂</m:t>
                              </m:r>
                              <m:r>
                                <m:rPr>
                                  <m:sty m:val="b"/>
                                </m:rPr>
                                <m:t>A</m:t>
                              </m:r>
                            </m:num>
                            <m:den>
                              <m:r>
                                <m:t>∂</m:t>
                              </m:r>
                              <m:sSub>
                                <m:e>
                                  <m:r>
                                    <m:t>z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den>
                          </m:f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=</m:t>
                    </m:r>
                    <m:r>
                      <m:t>n</m:t>
                    </m:r>
                  </m:oMath>
                </a14:m>
                <a:r>
                  <a:rPr/>
                  <a:t> 인 경우며느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r>
                          <m:t>q</m:t>
                        </m:r>
                      </m:sup>
                    </m:sSubSup>
                  </m:oMath>
                </a14:m>
                <a:r>
                  <a:rPr/>
                  <a:t>의 정의에 따라 0이므로,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  <m:r>
                      <m:t>=</m:t>
                    </m:r>
                    <m:sSub>
                      <m:e>
                        <m:r>
                          <m:rPr>
                            <m:sty m:val="b"/>
                          </m:rPr>
                          <m:t>0</m:t>
                        </m:r>
                      </m:e>
                      <m:sub>
                        <m:r>
                          <m:t>1</m:t>
                        </m:r>
                        <m:r>
                          <m:t>×</m:t>
                        </m:r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이다. - 이를 벡터 형태로 표현하면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m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∂</m:t>
                                    </m:r>
                                    <m:sSub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m</m:t>
                                        </m:r>
                                      </m:sub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sty m:val="b"/>
                                      </m:rPr>
                                      <m:t>A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m:t>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t>∂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≠</m:t>
                                </m:r>
                                <m:r>
                                  <m:t>n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=</m:t>
                                </m:r>
                                <m:r>
                                  <m:t>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.nt-02.f-85[ -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을 constatnt로 본다.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</m:oMath>
                </a14:m>
                <a:r>
                  <a:rPr/>
                  <a:t>의 계산을 쉽게 하는 형태로 바꾸는것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r>
                            <m:rPr>
                              <m:sty m:val="b"/>
                            </m:rPr>
                            <m:t>A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rPr>
                              <m:sty m:val="b"/>
                            </m:rPr>
                            <m:t>A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(19)번 수식과 마찬가지로 covariance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A</m:t>
                    </m:r>
                  </m:oMath>
                </a14:m>
                <a:r>
                  <a:rPr/>
                  <a:t>를 전개해서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에 대해 미분 진행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A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(</m:t>
                          </m:r>
                        </m:e>
                      </m:nary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)</m:t>
                      </m:r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r>
                        <m:rPr>
                          <m:sty m:val="b"/>
                        </m:rPr>
                        <m:t>A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</m:e>
                      </m:nary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)</m:t>
                      </m:r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r>
                        <m:rPr>
                          <m:sty m:val="b"/>
                        </m:rPr>
                        <m:t>A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(</m:t>
                          </m:r>
                        </m:e>
                      </m:nary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t>)</m:t>
                      </m:r>
                      <m:r>
                        <m:t>(</m:t>
                      </m:r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t>)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.nt-02.f-90[ -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에 대한 미분 계산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r>
                            <m:rPr>
                              <m:sty m:val="b"/>
                            </m:rPr>
                            <m:t>A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∂</m:t>
                              </m:r>
                            </m:num>
                            <m:den>
                              <m:r>
                                <m:t>∂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p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d>
                        <m:dPr>
                          <m:begChr m:val="["/>
                          <m:endChr m:val="]"/>
                          <m:grow/>
                        </m:dPr>
                        <m:e>
                          <m:r>
                            <m:t>(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t>)</m:t>
                          </m:r>
                          <m:r>
                            <m:t>(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grow/>
                            </m:dPr>
                            <m:e>
                              <m:r>
                                <m:t>(</m:t>
                              </m:r>
                              <m: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p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rPr>
                                      <m:sty m:val="b"/>
                                    </m:rPr>
                                    <m:t>p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t>)</m:t>
                                  </m:r>
                                </m:e>
                                <m:sup>
                                  <m:r>
                                    <m:t>T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</m:e>
                                <m:sub>
                                  <m:r>
                                    <m:t>m</m:t>
                                  </m:r>
                                </m:sub>
                              </m:sSub>
                              <m:r>
                                <m:t>)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t>(</m:t>
                                  </m:r>
                                  <m:r>
                                    <m:t>(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</m:acc>
                                  <m:sSup>
                                    <m:e>
                                      <m:r>
                                        <m:t>)</m:t>
                                      </m:r>
                                    </m:e>
                                    <m:sup>
                                      <m:r>
                                        <m:t>T</m:t>
                                      </m:r>
                                    </m:sup>
                                  </m:sSup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u</m:t>
                                      </m:r>
                                    </m:e>
                                    <m:sub>
                                      <m:r>
                                        <m:t>n</m:t>
                                      </m:r>
                                    </m:sub>
                                  </m:sSub>
                                  <m:r>
                                    <m:t>)</m:t>
                                  </m:r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t>+</m:t>
                              </m:r>
                              <m:r>
                                <m:t>(</m:t>
                              </m:r>
                              <m: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p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rPr>
                                      <m:sty m:val="b"/>
                                    </m:rPr>
                                    <m:t>p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t>)</m:t>
                                  </m:r>
                                </m:e>
                                <m:sup>
                                  <m:r>
                                    <m:t>T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m:t>u</m:t>
                                  </m:r>
                                </m:e>
                                <m:sub>
                                  <m:r>
                                    <m:t>n</m:t>
                                  </m:r>
                                </m:sub>
                              </m:sSub>
                              <m:r>
                                <m:t>)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∂</m:t>
                                  </m:r>
                                  <m:r>
                                    <m:t>(</m:t>
                                  </m:r>
                                  <m:r>
                                    <m:t>(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</m:acc>
                                  <m:sSup>
                                    <m:e>
                                      <m:r>
                                        <m:t>)</m:t>
                                      </m:r>
                                    </m:e>
                                    <m:sup>
                                      <m:r>
                                        <m:t>T</m:t>
                                      </m:r>
                                    </m:sup>
                                  </m:sSup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u</m:t>
                                      </m:r>
                                    </m:e>
                                    <m:sub>
                                      <m:r>
                                        <m:t>m</m:t>
                                      </m:r>
                                    </m:sub>
                                  </m:sSub>
                                  <m:r>
                                    <m:t>)</m:t>
                                  </m:r>
                                </m:num>
                                <m:den>
                                  <m:r>
                                    <m:t>∂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m:t>p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t>,</m:t>
                    </m:r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을 constatnt로 보고있으므로.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t>,</m:t>
                      </m:r>
                      <m:r>
                        <m:t> 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.nt-02.f-85[ -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=</m:t>
                    </m:r>
                    <m:r>
                      <m:t>j</m:t>
                    </m:r>
                  </m:oMath>
                </a14:m>
                <a:r>
                  <a:rPr/>
                  <a:t> 항과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≠</m:t>
                    </m:r>
                    <m:r>
                      <m:t>j</m:t>
                    </m:r>
                  </m:oMath>
                </a14:m>
                <a:r>
                  <a:rPr/>
                  <a:t> 항으로 나누고 centered sum 성질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(</m:t>
                          </m:r>
                        </m:e>
                      </m:nary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)</m:t>
                      </m:r>
                      <m: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최종적으로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Sup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</m:sSubSup>
                          <m:r>
                            <m:rPr>
                              <m:sty m:val="b"/>
                            </m:rPr>
                            <m:t>A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u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sSup>
                            <m:e>
                              <m:r>
                                <m:t>)</m:t>
                              </m:r>
                            </m:e>
                            <m:sup>
                              <m: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r>
                        <m:t>+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m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r>
                        <m:t>)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위 식을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b"/>
                          </m:rP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t>,</m:t>
                        </m:r>
                        <m:r>
                          <m:t>n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bSup>
                  </m:oMath>
                </a14:m>
                <a:r>
                  <a:rPr/>
                  <a:t>의 정의식에 대입하면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t>,</m:t>
                          </m:r>
                          <m:r>
                            <m:t>n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acc>
                                      <m:accPr>
                                        <m:chr m:val="‾"/>
                                      </m:acc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m:t>p</m:t>
                                        </m:r>
                                      </m:e>
                                    </m:acc>
                                    <m:sSup>
                                      <m:e>
                                        <m: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t>T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t>N</m:t>
                                    </m:r>
                                    <m:r>
                                      <m:t>(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t>−</m:t>
                                    </m:r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m</m:t>
                                        </m:r>
                                      </m:sub>
                                    </m:sSub>
                                    <m:r>
                                      <m:t>)</m:t>
                                    </m:r>
                                  </m:den>
                                </m:f>
                                <m:r>
                                  <m:t>(</m:t>
                                </m:r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T</m:t>
                                    </m:r>
                                  </m:sup>
                                </m:sSubSup>
                                <m:r>
                                  <m:t>+</m:t>
                                </m:r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m:rPr>
                                        <m:sty m:val="b"/>
                                      </m:rPr>
                                      <m:t>u</m:t>
                                    </m:r>
                                  </m:e>
                                  <m:sub>
                                    <m:r>
                                      <m:t>m</m:t>
                                    </m:r>
                                  </m:sub>
                                  <m:sup>
                                    <m:r>
                                      <m:t>T</m:t>
                                    </m:r>
                                  </m:sup>
                                </m:sSubSup>
                                <m:r>
                                  <m:t>)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≠</m:t>
                                </m:r>
                                <m:r>
                                  <m:t>n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b"/>
                                  </m:rPr>
                                  <m:t>0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m</m:t>
                                </m:r>
                                <m:r>
                                  <m:t>=</m:t>
                                </m:r>
                                <m:r>
                                  <m:t>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.nt-02.f-80[ - j번째 점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를 움직였을때, k번째 eigenvector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의 변화를 의미</a:t>
                </a:r>
              </a:p>
              <a:p>
                <a:pPr lvl="0" marL="0" indent="0">
                  <a:buNone/>
                </a:pPr>
                <a:r>
                  <a:rPr/>
                  <a:t>$$\frac{\partial \mathbf{u}_k}{\partial \mathbf{p}_j} = \mathbf{U} \begin{bmatrix} \mathbf{F}_{1,k}^{\mathbf{p}_j} \\ \mathbf{F}_{2,k}^{\mathbf{p}_j} \\ \mathbf{F}_{3,k}^{\mathbf{p}_j} \end{bmatrix} = \mathbf{U} \mathbf{F}_k^{\mathbf{p}_j} \tag{23}$$</a:t>
                </a:r>
              </a:p>
              <a:p>
                <a:pPr lvl="0" marL="0" indent="0">
                  <a:buNone/>
                </a:pPr>
                <a:r>
                  <a:rPr/>
                  <a:t>- (19)번 수식을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에 대해 미분</a:t>
                </a:r>
              </a:p>
              <a:p>
                <a:pPr lvl="0" marL="0" indent="0">
                  <a:buNone/>
                </a:pPr>
                <a:r>
                  <a:rPr/>
                  <a:t>$$\begin{align*}
\frac{\partial}{\partial \mathbf{p}_j} \left( \frac{\partial \lambda_k}{\partial \mathbf{p}_i} \right) &amp;= \frac{2}{N} \left( \mathbf{u}_k \mathbf{u}_k^T \frac{\partial(\mathbf{p}_i - \bar{\mathbf{p}})}{\partial \mathbf{p}_j} + \mathbf{u}_k (\mathbf{p}_i - \bar{\mathbf{p}})^T \frac{\partial \mathbf{u}_k}{\partial \mathbf{p}_j} + \frac{\partial \mathbf{u}_k}{\partial \mathbf{p}_j} (\mathbf{u}_k^T (\mathbf{p}_i - \bar{\mathbf{p}})) \right) \\[2ex]
&amp;= \frac{2}{N} \left( \mathbf{u}_k \mathbf{u}_k^T \frac{\partial(\mathbf{p}_i - \bar{\mathbf{p}})}{\partial \mathbf{p}_j} + \mathbf{u}_k (\mathbf{p}_i - \bar{\mathbf{p}})^T \mathbf{U} \mathbf{F}_k^{\mathbf{p}_j} + \mathbf{U} \mathbf{F}_k^{\mathbf{p}_j} (\mathbf{u}_k^T (\mathbf{p}_i - \bar{\mathbf{p}})) \right) \tag{24}
\end{align*}$$</a:t>
                </a:r>
              </a:p>
              <a:p>
                <a:pPr lvl="0" marL="0" indent="0">
                  <a:buNone/>
                </a:pPr>
                <a:r>
                  <a:rPr/>
                  <a:t>]</a:t>
                </a:r>
              </a:p>
              <a:p>
                <a:pPr lvl="0" marL="0" indent="0">
                  <a:buNone/>
                </a:pPr>
                <a:r>
                  <a:rPr/>
                  <a:t>??? ## Appendix (Proof Theorem2) .nt-02.f-85[ - 첫번째 항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</m:acc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두번째 항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rPr>
                          <m:sty m:val="b"/>
                        </m:rPr>
                        <m:t>U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세번째 항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U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m:t>F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sSub>
                            <m:e>
                              <m:r>
                                <m:rPr>
                                  <m:sty m:val="b"/>
                                </m:rP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p>
                      </m:sSubSup>
                      <m:r>
                        <m:t>(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  <m:r>
                        <m:t>(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−</m:t>
                      </m:r>
                      <m:acc>
                        <m:accPr>
                          <m:chr m:val="‾"/>
                        </m:accPr>
                        <m:e>
                          <m:r>
                            <m:rPr>
                              <m:sty m:val="b"/>
                            </m:rPr>
                            <m:t>p</m:t>
                          </m:r>
                        </m:e>
                      </m:acc>
                      <m:r>
                        <m:t>)</m:t>
                      </m:r>
                      <m:r>
                        <m:t>)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 — ## Appendix (Proof Theorem2) .nt-02.f-90[ -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에 대한 미분이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=</m:t>
                    </m:r>
                    <m:r>
                      <m:t>j</m:t>
                    </m:r>
                  </m:oMath>
                </a14:m>
                <a:r>
                  <a:rPr/>
                  <a:t>인 경우와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≠</m:t>
                    </m:r>
                    <m:r>
                      <m:t>j</m:t>
                    </m:r>
                  </m:oMath>
                </a14:m>
                <a:r>
                  <a:rPr/>
                  <a:t>인 경우로 나뉘어서 계산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∂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  <m:r>
                            <m:t>)</m:t>
                          </m:r>
                        </m:num>
                        <m:den>
                          <m:r>
                            <m:t>∂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den>
                      </m:f>
                      <m:r>
                        <m:t>=</m:t>
                      </m:r>
                      <m:d>
                        <m:dPr>
                          <m:begChr m:val="{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N</m:t>
                                    </m:r>
                                    <m:r>
                                      <m:t>−</m:t>
                                    </m:r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r>
                                  <m:t>I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=</m:t>
                                </m:r>
                                <m:r>
                                  <m:t>j</m:t>
                                </m:r>
                              </m:e>
                            </m:mr>
                            <m:mr>
                              <m:e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N</m:t>
                                    </m:r>
                                  </m:den>
                                </m:f>
                                <m:r>
                                  <m:t>I</m:t>
                                </m:r>
                                <m:r>
                                  <m:t>,</m:t>
                                </m:r>
                              </m:e>
                              <m:e>
                                <m:r>
                                  <m:t>i</m:t>
                                </m:r>
                                <m:r>
                                  <m:t>≠</m:t>
                                </m:r>
                                <m:r>
                                  <m:t>j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이 값을 (24)번 수식의 첫번째 항에 대입. 나머지항은 그대로 유지 -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=</m:t>
                    </m:r>
                    <m:r>
                      <m:t>j</m:t>
                    </m:r>
                  </m:oMath>
                </a14:m>
                <a:r>
                  <a:rPr/>
                  <a:t>인 경우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t>−</m:t>
                          </m:r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≠</m:t>
                    </m:r>
                    <m:r>
                      <m:t>j</m:t>
                    </m:r>
                  </m:oMath>
                </a14:m>
                <a:r>
                  <a:rPr/>
                  <a:t>인 경우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sSub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"/>
                            </m:rP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T</m:t>
                          </m:r>
                        </m:sup>
                      </m:sSubSup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]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BALM: Bundle Adjustment for Lidar Mapping</dc:title>
  <dc:creator/>
  <cp:keywords/>
  <dcterms:created xsi:type="dcterms:W3CDTF">2026-04-09T02:04:26Z</dcterms:created>
  <dcterms:modified xsi:type="dcterms:W3CDTF">2026-04-09T02:04:26Z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2026.03.30</vt:lpwstr>
  </property>
  <property fmtid="{D5CDD505-2E9C-101B-9397-08002B2CF9AE}" pid="3" name="output">
    <vt:lpwstr/>
  </property>
  <property fmtid="{D5CDD505-2E9C-101B-9397-08002B2CF9AE}" pid="4" name="subtitle">
    <vt:lpwstr>RA-L, 2021</vt:lpwstr>
  </property>
</Properties>
</file>